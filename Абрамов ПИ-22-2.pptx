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66" r:id="rId1"/>
    <p:sldMasterId id="2147483688" r:id="rId2"/>
  </p:sldMasterIdLst>
  <p:notesMasterIdLst>
    <p:notesMasterId r:id="rId56"/>
  </p:notesMasterIdLst>
  <p:handoutMasterIdLst>
    <p:handoutMasterId r:id="rId57"/>
  </p:handoutMasterIdLst>
  <p:sldIdLst>
    <p:sldId id="256" r:id="rId3"/>
    <p:sldId id="281" r:id="rId4"/>
    <p:sldId id="310" r:id="rId5"/>
    <p:sldId id="258" r:id="rId6"/>
    <p:sldId id="459" r:id="rId7"/>
    <p:sldId id="460" r:id="rId8"/>
    <p:sldId id="461" r:id="rId9"/>
    <p:sldId id="462" r:id="rId10"/>
    <p:sldId id="488" r:id="rId11"/>
    <p:sldId id="497" r:id="rId12"/>
    <p:sldId id="463" r:id="rId13"/>
    <p:sldId id="464" r:id="rId14"/>
    <p:sldId id="465" r:id="rId15"/>
    <p:sldId id="489" r:id="rId16"/>
    <p:sldId id="490" r:id="rId17"/>
    <p:sldId id="466" r:id="rId18"/>
    <p:sldId id="467" r:id="rId19"/>
    <p:sldId id="491" r:id="rId20"/>
    <p:sldId id="492" r:id="rId21"/>
    <p:sldId id="468" r:id="rId22"/>
    <p:sldId id="469" r:id="rId23"/>
    <p:sldId id="470" r:id="rId24"/>
    <p:sldId id="493" r:id="rId25"/>
    <p:sldId id="494" r:id="rId26"/>
    <p:sldId id="495" r:id="rId27"/>
    <p:sldId id="471" r:id="rId28"/>
    <p:sldId id="496" r:id="rId29"/>
    <p:sldId id="472" r:id="rId30"/>
    <p:sldId id="498" r:id="rId31"/>
    <p:sldId id="504" r:id="rId32"/>
    <p:sldId id="499" r:id="rId33"/>
    <p:sldId id="500" r:id="rId34"/>
    <p:sldId id="501" r:id="rId35"/>
    <p:sldId id="502" r:id="rId36"/>
    <p:sldId id="505" r:id="rId37"/>
    <p:sldId id="506" r:id="rId38"/>
    <p:sldId id="503" r:id="rId39"/>
    <p:sldId id="473" r:id="rId40"/>
    <p:sldId id="474" r:id="rId41"/>
    <p:sldId id="483" r:id="rId42"/>
    <p:sldId id="484" r:id="rId43"/>
    <p:sldId id="475" r:id="rId44"/>
    <p:sldId id="479" r:id="rId45"/>
    <p:sldId id="480" r:id="rId46"/>
    <p:sldId id="481" r:id="rId47"/>
    <p:sldId id="482" r:id="rId48"/>
    <p:sldId id="487" r:id="rId49"/>
    <p:sldId id="476" r:id="rId50"/>
    <p:sldId id="454" r:id="rId51"/>
    <p:sldId id="455" r:id="rId52"/>
    <p:sldId id="456" r:id="rId53"/>
    <p:sldId id="448" r:id="rId54"/>
    <p:sldId id="432" r:id="rId5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64">
          <p15:clr>
            <a:srgbClr val="A4A3A4"/>
          </p15:clr>
        </p15:guide>
        <p15:guide id="2" pos="3852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loop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AB3FA"/>
    <a:srgbClr val="0865D8"/>
    <a:srgbClr val="096AED"/>
    <a:srgbClr val="0695F0"/>
    <a:srgbClr val="FFFFFF"/>
    <a:srgbClr val="FA90A7"/>
    <a:srgbClr val="DC8680"/>
    <a:srgbClr val="5272A7"/>
    <a:srgbClr val="FCCFDD"/>
    <a:srgbClr val="FAE0E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704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510" y="114"/>
      </p:cViewPr>
      <p:guideLst>
        <p:guide orient="horz" pos="2264"/>
        <p:guide pos="3852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50" Type="http://schemas.openxmlformats.org/officeDocument/2006/relationships/slide" Target="slides/slide48.xml"/><Relationship Id="rId55" Type="http://schemas.openxmlformats.org/officeDocument/2006/relationships/slide" Target="slides/slide53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3" Type="http://schemas.openxmlformats.org/officeDocument/2006/relationships/slide" Target="slides/slide51.xml"/><Relationship Id="rId58" Type="http://schemas.openxmlformats.org/officeDocument/2006/relationships/presProps" Target="presProps.xml"/><Relationship Id="rId5" Type="http://schemas.openxmlformats.org/officeDocument/2006/relationships/slide" Target="slides/slide3.xml"/><Relationship Id="rId61" Type="http://schemas.openxmlformats.org/officeDocument/2006/relationships/tableStyles" Target="tableStyles.xml"/><Relationship Id="rId19" Type="http://schemas.openxmlformats.org/officeDocument/2006/relationships/slide" Target="slides/slide1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56" Type="http://schemas.openxmlformats.org/officeDocument/2006/relationships/notesMaster" Target="notesMasters/notesMaster1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59" Type="http://schemas.openxmlformats.org/officeDocument/2006/relationships/viewProps" Target="viewProps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slide" Target="slides/slide5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handoutMaster" Target="handoutMasters/handoutMaster1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Relationship Id="rId60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>
              <a:latin typeface="字魂58号-创中黑" panose="00000500000000000000" charset="-122"/>
              <a:ea typeface="字魂58号-创中黑" panose="00000500000000000000" charset="-122"/>
              <a:cs typeface="字魂58号-创中黑" panose="00000500000000000000" charset="-122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>
                <a:cs typeface="字魂58号-创中黑" panose="00000500000000000000" charset="-122"/>
              </a:rPr>
              <a:t>2026/6/17</a:t>
            </a:fld>
            <a:endParaRPr lang="zh-CN" altLang="en-US">
              <a:cs typeface="字魂58号-创中黑" panose="00000500000000000000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>
              <a:latin typeface="字魂58号-创中黑" panose="00000500000000000000" charset="-122"/>
              <a:ea typeface="字魂58号-创中黑" panose="00000500000000000000" charset="-122"/>
              <a:cs typeface="字魂58号-创中黑" panose="00000500000000000000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>
                <a:cs typeface="字魂58号-创中黑" panose="00000500000000000000" charset="-122"/>
              </a:rPr>
              <a:t>‹#›</a:t>
            </a:fld>
            <a:endParaRPr lang="zh-CN" altLang="en-US">
              <a:cs typeface="字魂58号-创中黑" panose="00000500000000000000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字魂58号-创中黑" panose="00000500000000000000" charset="-122"/>
                <a:ea typeface="字魂58号-创中黑" panose="00000500000000000000" charset="-122"/>
                <a:cs typeface="字魂58号-创中黑" panose="00000500000000000000" charset="-122"/>
              </a:defRPr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字魂58号-创中黑" panose="00000500000000000000" charset="-122"/>
                <a:ea typeface="字魂58号-创中黑" panose="00000500000000000000" charset="-122"/>
                <a:cs typeface="字魂58号-创中黑" panose="00000500000000000000" charset="-122"/>
              </a:defRPr>
            </a:lvl1pPr>
          </a:lstStyle>
          <a:p>
            <a:fld id="{D2A48B96-639E-45A3-A0BA-2464DFDB1FAA}" type="datetimeFigureOut">
              <a:rPr lang="zh-CN" altLang="en-US" smtClean="0"/>
              <a:t>2026/6/17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字魂58号-创中黑" panose="00000500000000000000" charset="-122"/>
                <a:ea typeface="字魂58号-创中黑" panose="00000500000000000000" charset="-122"/>
                <a:cs typeface="字魂58号-创中黑" panose="00000500000000000000" charset="-122"/>
              </a:defRPr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字魂58号-创中黑" panose="00000500000000000000" charset="-122"/>
                <a:ea typeface="字魂58号-创中黑" panose="00000500000000000000" charset="-122"/>
                <a:cs typeface="字魂58号-创中黑" panose="00000500000000000000" charset="-122"/>
              </a:defRPr>
            </a:lvl1pPr>
          </a:lstStyle>
          <a:p>
            <a:fld id="{A6837353-30EB-4A48-80EB-173D804AEFB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724102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字魂58号-创中黑" panose="00000500000000000000" charset="-122"/>
        <a:ea typeface="字魂58号-创中黑" panose="00000500000000000000" charset="-122"/>
        <a:cs typeface="字魂58号-创中黑" panose="00000500000000000000" charset="-122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字魂58号-创中黑" panose="00000500000000000000" charset="-122"/>
        <a:ea typeface="字魂58号-创中黑" panose="00000500000000000000" charset="-122"/>
        <a:cs typeface="字魂58号-创中黑" panose="00000500000000000000" charset="-122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字魂58号-创中黑" panose="00000500000000000000" charset="-122"/>
        <a:ea typeface="字魂58号-创中黑" panose="00000500000000000000" charset="-122"/>
        <a:cs typeface="字魂58号-创中黑" panose="00000500000000000000" charset="-122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字魂58号-创中黑" panose="00000500000000000000" charset="-122"/>
        <a:ea typeface="字魂58号-创中黑" panose="00000500000000000000" charset="-122"/>
        <a:cs typeface="字魂58号-创中黑" panose="00000500000000000000" charset="-122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字魂58号-创中黑" panose="00000500000000000000" charset="-122"/>
        <a:ea typeface="字魂58号-创中黑" panose="00000500000000000000" charset="-122"/>
        <a:cs typeface="字魂58号-创中黑" panose="00000500000000000000" charset="-122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1031">
            <a:extLst>
              <a:ext uri="{FF2B5EF4-FFF2-40B4-BE49-F238E27FC236}">
                <a16:creationId xmlns:a16="http://schemas.microsoft.com/office/drawing/2014/main" id="{22CB5F79-A81B-459A-AB70-01CECC65AD3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5BBDAAA1-0915-46FC-B390-D46361591AF7}" type="slidenum">
              <a:rPr kumimoji="0" lang="ru-RU" altLang="ru-RU" sz="1200"/>
              <a:pPr/>
              <a:t>1</a:t>
            </a:fld>
            <a:endParaRPr kumimoji="0" lang="ru-RU" altLang="ru-RU" sz="1200"/>
          </a:p>
        </p:txBody>
      </p:sp>
      <p:sp>
        <p:nvSpPr>
          <p:cNvPr id="35843" name="Rectangle 2">
            <a:extLst>
              <a:ext uri="{FF2B5EF4-FFF2-40B4-BE49-F238E27FC236}">
                <a16:creationId xmlns:a16="http://schemas.microsoft.com/office/drawing/2014/main" id="{CAC2AD0C-30D5-42B7-8246-4A1780F8C56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4" name="Rectangle 3">
            <a:extLst>
              <a:ext uri="{FF2B5EF4-FFF2-40B4-BE49-F238E27FC236}">
                <a16:creationId xmlns:a16="http://schemas.microsoft.com/office/drawing/2014/main" id="{6CBE9A77-A299-4DA2-A843-6E1AFEEF4E8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/>
          <a:p>
            <a:pPr eaLnBrk="1" hangingPunct="1"/>
            <a:endParaRPr lang="ru-RU" altLang="ru-RU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1031">
            <a:extLst>
              <a:ext uri="{FF2B5EF4-FFF2-40B4-BE49-F238E27FC236}">
                <a16:creationId xmlns:a16="http://schemas.microsoft.com/office/drawing/2014/main" id="{240217E9-6BC0-4DE3-8985-18347E257F5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0B5446AB-F7A7-4C47-82DA-FDD2982CD25D}" type="slidenum">
              <a:rPr kumimoji="0" lang="ru-RU" altLang="ru-RU" sz="1200"/>
              <a:pPr/>
              <a:t>3</a:t>
            </a:fld>
            <a:endParaRPr kumimoji="0" lang="ru-RU" altLang="ru-RU" sz="1200"/>
          </a:p>
        </p:txBody>
      </p:sp>
      <p:sp>
        <p:nvSpPr>
          <p:cNvPr id="36867" name="Rectangle 2">
            <a:extLst>
              <a:ext uri="{FF2B5EF4-FFF2-40B4-BE49-F238E27FC236}">
                <a16:creationId xmlns:a16="http://schemas.microsoft.com/office/drawing/2014/main" id="{A06DF230-BACA-4C38-8AE6-204FBE65982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6868" name="Rectangle 3">
            <a:extLst>
              <a:ext uri="{FF2B5EF4-FFF2-40B4-BE49-F238E27FC236}">
                <a16:creationId xmlns:a16="http://schemas.microsoft.com/office/drawing/2014/main" id="{17894C49-D414-48FC-B0E7-439ADDD29A8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/>
          <a:p>
            <a:pPr eaLnBrk="1" hangingPunct="1"/>
            <a:endParaRPr lang="ru-RU" altLang="ru-RU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1031">
            <a:extLst>
              <a:ext uri="{FF2B5EF4-FFF2-40B4-BE49-F238E27FC236}">
                <a16:creationId xmlns:a16="http://schemas.microsoft.com/office/drawing/2014/main" id="{A3D08B9F-C643-4B0F-BF74-0E3482CCDA5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2DC4B36E-22B1-412A-A80C-F642D2F00D62}" type="slidenum">
              <a:rPr kumimoji="0" lang="ru-RU" altLang="ru-RU" sz="1200"/>
              <a:pPr/>
              <a:t>4</a:t>
            </a:fld>
            <a:endParaRPr kumimoji="0" lang="ru-RU" altLang="ru-RU" sz="1200"/>
          </a:p>
        </p:txBody>
      </p:sp>
      <p:sp>
        <p:nvSpPr>
          <p:cNvPr id="37891" name="Rectangle 2">
            <a:extLst>
              <a:ext uri="{FF2B5EF4-FFF2-40B4-BE49-F238E27FC236}">
                <a16:creationId xmlns:a16="http://schemas.microsoft.com/office/drawing/2014/main" id="{72D78D6D-EEC0-41A4-B8E2-291C0CFE174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7892" name="Rectangle 3">
            <a:extLst>
              <a:ext uri="{FF2B5EF4-FFF2-40B4-BE49-F238E27FC236}">
                <a16:creationId xmlns:a16="http://schemas.microsoft.com/office/drawing/2014/main" id="{6BA0251C-E771-413E-81DA-9178AA7C889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/>
          <a:p>
            <a:pPr eaLnBrk="1" hangingPunct="1"/>
            <a:endParaRPr lang="ru-RU" altLang="ru-RU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hyperlink" Target="http://www.1ppt.com/moban/" TargetMode="External"/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1600203"/>
            <a:ext cx="109728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/>
          <a:lstStyle/>
          <a:p>
            <a:fld id="{2E3AAC11-D570-4EA9-AFC0-30FB72BA45EB}" type="datetimeFigureOut">
              <a:rPr lang="zh-CN" altLang="en-US" smtClean="0">
                <a:solidFill>
                  <a:prstClr val="black"/>
                </a:solidFill>
              </a:rPr>
              <a:pPr/>
              <a:t>2026/6/17</a:t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/>
          <a:lstStyle/>
          <a:p>
            <a:fld id="{55ECCFAA-F4FB-487C-9F1E-C8836D0C3DC9}" type="slidenum">
              <a:rPr lang="zh-CN" altLang="en-US" smtClean="0">
                <a:solidFill>
                  <a:prstClr val="black"/>
                </a:solidFill>
              </a:rPr>
              <a:pPr/>
              <a:t>‹#›</a:t>
            </a:fld>
            <a:endParaRPr lang="zh-CN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996742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/>
          <a:lstStyle/>
          <a:p>
            <a:fld id="{2E3AAC11-D570-4EA9-AFC0-30FB72BA45EB}" type="datetimeFigureOut">
              <a:rPr lang="zh-CN" altLang="en-US" smtClean="0">
                <a:solidFill>
                  <a:prstClr val="black"/>
                </a:solidFill>
              </a:rPr>
              <a:pPr/>
              <a:t>2026/6/17</a:t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/>
          <a:lstStyle/>
          <a:p>
            <a:fld id="{55ECCFAA-F4FB-487C-9F1E-C8836D0C3DC9}" type="slidenum">
              <a:rPr lang="zh-CN" altLang="en-US" smtClean="0">
                <a:solidFill>
                  <a:prstClr val="black"/>
                </a:solidFill>
              </a:rPr>
              <a:pPr/>
              <a:t>‹#›</a:t>
            </a:fld>
            <a:endParaRPr lang="zh-CN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142381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661736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6/17/2026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3660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6/17/2026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71297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6/17/2026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67004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6/17/2026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34828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6/17/2026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803082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6/17/2026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601828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6/17/2026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28218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6/17/2026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2826512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6/17/2026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485937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6/17/2026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02117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6/17/2026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7385711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85536495"/>
      </p:ext>
    </p:extLst>
  </p:cSld>
  <p:clrMapOvr>
    <a:masterClrMapping/>
  </p:clrMapOvr>
  <p:transition advTm="2000">
    <p:wedge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图形"/>
          <p:cNvSpPr/>
          <p:nvPr userDrawn="1"/>
        </p:nvSpPr>
        <p:spPr>
          <a:xfrm>
            <a:off x="3281680" y="465455"/>
            <a:ext cx="329565" cy="329565"/>
          </a:xfrm>
          <a:prstGeom prst="ellipse">
            <a:avLst/>
          </a:prstGeom>
          <a:solidFill>
            <a:srgbClr val="7AB3FA">
              <a:alpha val="2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grpSp>
        <p:nvGrpSpPr>
          <p:cNvPr id="7" name="组合 6"/>
          <p:cNvGrpSpPr/>
          <p:nvPr userDrawn="1"/>
        </p:nvGrpSpPr>
        <p:grpSpPr>
          <a:xfrm>
            <a:off x="-633095" y="-714375"/>
            <a:ext cx="1504950" cy="1504950"/>
            <a:chOff x="-911" y="-1028"/>
            <a:chExt cx="2166" cy="2166"/>
          </a:xfrm>
        </p:grpSpPr>
        <p:sp>
          <p:nvSpPr>
            <p:cNvPr id="126" name="图形"/>
            <p:cNvSpPr/>
            <p:nvPr/>
          </p:nvSpPr>
          <p:spPr>
            <a:xfrm>
              <a:off x="-911" y="-1028"/>
              <a:ext cx="2166" cy="2166"/>
            </a:xfrm>
            <a:prstGeom prst="ellipse">
              <a:avLst/>
            </a:prstGeom>
            <a:noFill/>
            <a:ln w="38100">
              <a:gradFill>
                <a:gsLst>
                  <a:gs pos="0">
                    <a:srgbClr val="096AED"/>
                  </a:gs>
                  <a:gs pos="100000">
                    <a:srgbClr val="0695F0"/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思源黑体 CN Normal" panose="020B0400000000000000" charset="-122"/>
              </a:endParaRPr>
            </a:p>
          </p:txBody>
        </p:sp>
        <p:sp>
          <p:nvSpPr>
            <p:cNvPr id="127" name="图形"/>
            <p:cNvSpPr/>
            <p:nvPr/>
          </p:nvSpPr>
          <p:spPr>
            <a:xfrm flipV="1">
              <a:off x="0" y="0"/>
              <a:ext cx="795" cy="733"/>
            </a:xfrm>
            <a:custGeom>
              <a:avLst/>
              <a:gdLst>
                <a:gd name="idx" fmla="cos wd2 2700000"/>
                <a:gd name="idy" fmla="sin hd2 2700000"/>
                <a:gd name="il" fmla="+- hc 0 idx"/>
                <a:gd name="ir" fmla="+- hc idx 0"/>
                <a:gd name="it" fmla="+- vc 0 idy"/>
                <a:gd name="ib" fmla="+- vc idy 0"/>
              </a:gdLst>
              <a:ahLst/>
              <a:cxnLst>
                <a:cxn ang="3">
                  <a:pos x="hc" y="t"/>
                </a:cxn>
                <a:cxn ang="3">
                  <a:pos x="il" y="it"/>
                </a:cxn>
                <a:cxn ang="cd2">
                  <a:pos x="l" y="vc"/>
                </a:cxn>
                <a:cxn ang="cd4">
                  <a:pos x="il" y="ib"/>
                </a:cxn>
                <a:cxn ang="cd4">
                  <a:pos x="hc" y="b"/>
                </a:cxn>
                <a:cxn ang="cd4">
                  <a:pos x="ir" y="ib"/>
                </a:cxn>
                <a:cxn ang="0">
                  <a:pos x="r" y="vc"/>
                </a:cxn>
                <a:cxn ang="3">
                  <a:pos x="ir" y="it"/>
                </a:cxn>
              </a:cxnLst>
              <a:rect l="l" t="t" r="r" b="b"/>
              <a:pathLst>
                <a:path w="963" h="888">
                  <a:moveTo>
                    <a:pt x="0" y="42"/>
                  </a:moveTo>
                  <a:cubicBezTo>
                    <a:pt x="76" y="15"/>
                    <a:pt x="158" y="0"/>
                    <a:pt x="243" y="0"/>
                  </a:cubicBezTo>
                  <a:cubicBezTo>
                    <a:pt x="641" y="0"/>
                    <a:pt x="963" y="322"/>
                    <a:pt x="963" y="720"/>
                  </a:cubicBezTo>
                  <a:cubicBezTo>
                    <a:pt x="963" y="778"/>
                    <a:pt x="956" y="834"/>
                    <a:pt x="943" y="888"/>
                  </a:cubicBezTo>
                  <a:lnTo>
                    <a:pt x="0" y="888"/>
                  </a:lnTo>
                  <a:lnTo>
                    <a:pt x="0" y="42"/>
                  </a:lnTo>
                  <a:close/>
                </a:path>
              </a:pathLst>
            </a:custGeom>
            <a:gradFill>
              <a:gsLst>
                <a:gs pos="2000">
                  <a:srgbClr val="096AED"/>
                </a:gs>
                <a:gs pos="100000">
                  <a:srgbClr val="0695F0"/>
                </a:gs>
              </a:gsLst>
              <a:lin ang="27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cs typeface="思源黑体 CN Normal" panose="020B0400000000000000" charset="-122"/>
              </a:endParaRPr>
            </a:p>
          </p:txBody>
        </p:sp>
      </p:grpSp>
      <p:sp>
        <p:nvSpPr>
          <p:cNvPr id="117" name="图形"/>
          <p:cNvSpPr txBox="1"/>
          <p:nvPr userDrawn="1"/>
        </p:nvSpPr>
        <p:spPr>
          <a:xfrm>
            <a:off x="596900" y="465455"/>
            <a:ext cx="33655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zh-CN" sz="3600" dirty="0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  <a:cs typeface="字魂58号-创中黑" panose="00000500000000000000" charset="-122"/>
                <a:sym typeface="+mn-ea"/>
              </a:rPr>
              <a:t>Add title text</a:t>
            </a:r>
            <a:endParaRPr lang="zh-CN" altLang="en-US" sz="3600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+mj-ea"/>
              <a:ea typeface="+mj-ea"/>
              <a:cs typeface="字魂58号-创中黑" panose="00000500000000000000" charset="-122"/>
              <a:sym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4174882825"/>
      </p:ext>
    </p:extLst>
  </p:cSld>
  <p:clrMapOvr>
    <a:masterClrMapping/>
  </p:clrMapOvr>
  <p:transition advTm="2000">
    <p:wedge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图形"/>
          <p:cNvSpPr/>
          <p:nvPr userDrawn="1"/>
        </p:nvSpPr>
        <p:spPr>
          <a:xfrm>
            <a:off x="3281680" y="465455"/>
            <a:ext cx="329565" cy="329565"/>
          </a:xfrm>
          <a:prstGeom prst="ellipse">
            <a:avLst/>
          </a:prstGeom>
          <a:solidFill>
            <a:srgbClr val="7AB3FA">
              <a:alpha val="2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grpSp>
        <p:nvGrpSpPr>
          <p:cNvPr id="7" name="组合 6"/>
          <p:cNvGrpSpPr/>
          <p:nvPr userDrawn="1"/>
        </p:nvGrpSpPr>
        <p:grpSpPr>
          <a:xfrm>
            <a:off x="-633095" y="-714375"/>
            <a:ext cx="1504950" cy="1504950"/>
            <a:chOff x="-911" y="-1028"/>
            <a:chExt cx="2166" cy="2166"/>
          </a:xfrm>
        </p:grpSpPr>
        <p:sp>
          <p:nvSpPr>
            <p:cNvPr id="126" name="图形"/>
            <p:cNvSpPr/>
            <p:nvPr/>
          </p:nvSpPr>
          <p:spPr>
            <a:xfrm>
              <a:off x="-911" y="-1028"/>
              <a:ext cx="2166" cy="2166"/>
            </a:xfrm>
            <a:prstGeom prst="ellipse">
              <a:avLst/>
            </a:prstGeom>
            <a:noFill/>
            <a:ln w="38100">
              <a:gradFill>
                <a:gsLst>
                  <a:gs pos="0">
                    <a:srgbClr val="096AED"/>
                  </a:gs>
                  <a:gs pos="100000">
                    <a:srgbClr val="0695F0"/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思源黑体 CN Normal" panose="020B0400000000000000" charset="-122"/>
              </a:endParaRPr>
            </a:p>
          </p:txBody>
        </p:sp>
        <p:sp>
          <p:nvSpPr>
            <p:cNvPr id="127" name="图形"/>
            <p:cNvSpPr/>
            <p:nvPr/>
          </p:nvSpPr>
          <p:spPr>
            <a:xfrm flipV="1">
              <a:off x="0" y="0"/>
              <a:ext cx="795" cy="733"/>
            </a:xfrm>
            <a:custGeom>
              <a:avLst/>
              <a:gdLst>
                <a:gd name="idx" fmla="cos wd2 2700000"/>
                <a:gd name="idy" fmla="sin hd2 2700000"/>
                <a:gd name="il" fmla="+- hc 0 idx"/>
                <a:gd name="ir" fmla="+- hc idx 0"/>
                <a:gd name="it" fmla="+- vc 0 idy"/>
                <a:gd name="ib" fmla="+- vc idy 0"/>
              </a:gdLst>
              <a:ahLst/>
              <a:cxnLst>
                <a:cxn ang="3">
                  <a:pos x="hc" y="t"/>
                </a:cxn>
                <a:cxn ang="3">
                  <a:pos x="il" y="it"/>
                </a:cxn>
                <a:cxn ang="cd2">
                  <a:pos x="l" y="vc"/>
                </a:cxn>
                <a:cxn ang="cd4">
                  <a:pos x="il" y="ib"/>
                </a:cxn>
                <a:cxn ang="cd4">
                  <a:pos x="hc" y="b"/>
                </a:cxn>
                <a:cxn ang="cd4">
                  <a:pos x="ir" y="ib"/>
                </a:cxn>
                <a:cxn ang="0">
                  <a:pos x="r" y="vc"/>
                </a:cxn>
                <a:cxn ang="3">
                  <a:pos x="ir" y="it"/>
                </a:cxn>
              </a:cxnLst>
              <a:rect l="l" t="t" r="r" b="b"/>
              <a:pathLst>
                <a:path w="963" h="888">
                  <a:moveTo>
                    <a:pt x="0" y="42"/>
                  </a:moveTo>
                  <a:cubicBezTo>
                    <a:pt x="76" y="15"/>
                    <a:pt x="158" y="0"/>
                    <a:pt x="243" y="0"/>
                  </a:cubicBezTo>
                  <a:cubicBezTo>
                    <a:pt x="641" y="0"/>
                    <a:pt x="963" y="322"/>
                    <a:pt x="963" y="720"/>
                  </a:cubicBezTo>
                  <a:cubicBezTo>
                    <a:pt x="963" y="778"/>
                    <a:pt x="956" y="834"/>
                    <a:pt x="943" y="888"/>
                  </a:cubicBezTo>
                  <a:lnTo>
                    <a:pt x="0" y="888"/>
                  </a:lnTo>
                  <a:lnTo>
                    <a:pt x="0" y="42"/>
                  </a:lnTo>
                  <a:close/>
                </a:path>
              </a:pathLst>
            </a:custGeom>
            <a:gradFill>
              <a:gsLst>
                <a:gs pos="2000">
                  <a:srgbClr val="096AED"/>
                </a:gs>
                <a:gs pos="100000">
                  <a:srgbClr val="0695F0"/>
                </a:gs>
              </a:gsLst>
              <a:lin ang="27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cs typeface="思源黑体 CN Normal" panose="020B0400000000000000" charset="-122"/>
              </a:endParaRPr>
            </a:p>
          </p:txBody>
        </p:sp>
      </p:grpSp>
      <p:sp>
        <p:nvSpPr>
          <p:cNvPr id="117" name="图形"/>
          <p:cNvSpPr txBox="1"/>
          <p:nvPr userDrawn="1"/>
        </p:nvSpPr>
        <p:spPr>
          <a:xfrm>
            <a:off x="596900" y="465455"/>
            <a:ext cx="324623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dist">
              <a:defRPr sz="3600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  <a:cs typeface="字魂58号-创中黑" panose="00000500000000000000" charset="-122"/>
              </a:defRPr>
            </a:lvl1pPr>
          </a:lstStyle>
          <a:p>
            <a:pPr lvl="0" algn="l"/>
            <a:r>
              <a:rPr lang="en-US" altLang="zh-CN" dirty="0">
                <a:sym typeface="+mn-ea"/>
              </a:rPr>
              <a:t>Add title text</a:t>
            </a:r>
            <a:endParaRPr lang="zh-CN" altLang="en-US" dirty="0">
              <a:sym typeface="+mn-ea"/>
            </a:endParaRPr>
          </a:p>
        </p:txBody>
      </p:sp>
    </p:spTree>
  </p:cSld>
  <p:clrMapOvr>
    <a:masterClrMapping/>
  </p:clrMapOvr>
  <p:transition>
    <p:wedge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图形"/>
          <p:cNvSpPr/>
          <p:nvPr userDrawn="1"/>
        </p:nvSpPr>
        <p:spPr>
          <a:xfrm>
            <a:off x="3281680" y="465455"/>
            <a:ext cx="329565" cy="329565"/>
          </a:xfrm>
          <a:prstGeom prst="ellipse">
            <a:avLst/>
          </a:prstGeom>
          <a:solidFill>
            <a:srgbClr val="7AB3FA">
              <a:alpha val="2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grpSp>
        <p:nvGrpSpPr>
          <p:cNvPr id="7" name="组合 6"/>
          <p:cNvGrpSpPr/>
          <p:nvPr userDrawn="1"/>
        </p:nvGrpSpPr>
        <p:grpSpPr>
          <a:xfrm>
            <a:off x="-633095" y="-714375"/>
            <a:ext cx="1504950" cy="1504950"/>
            <a:chOff x="-911" y="-1028"/>
            <a:chExt cx="2166" cy="2166"/>
          </a:xfrm>
        </p:grpSpPr>
        <p:sp>
          <p:nvSpPr>
            <p:cNvPr id="126" name="图形"/>
            <p:cNvSpPr/>
            <p:nvPr/>
          </p:nvSpPr>
          <p:spPr>
            <a:xfrm>
              <a:off x="-911" y="-1028"/>
              <a:ext cx="2166" cy="2166"/>
            </a:xfrm>
            <a:prstGeom prst="ellipse">
              <a:avLst/>
            </a:prstGeom>
            <a:noFill/>
            <a:ln w="38100">
              <a:gradFill>
                <a:gsLst>
                  <a:gs pos="0">
                    <a:srgbClr val="096AED"/>
                  </a:gs>
                  <a:gs pos="100000">
                    <a:srgbClr val="0695F0"/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思源黑体 CN Normal" panose="020B0400000000000000" charset="-122"/>
              </a:endParaRPr>
            </a:p>
          </p:txBody>
        </p:sp>
        <p:sp>
          <p:nvSpPr>
            <p:cNvPr id="127" name="图形"/>
            <p:cNvSpPr/>
            <p:nvPr/>
          </p:nvSpPr>
          <p:spPr>
            <a:xfrm flipV="1">
              <a:off x="0" y="0"/>
              <a:ext cx="795" cy="733"/>
            </a:xfrm>
            <a:custGeom>
              <a:avLst/>
              <a:gdLst>
                <a:gd name="idx" fmla="cos wd2 2700000"/>
                <a:gd name="idy" fmla="sin hd2 2700000"/>
                <a:gd name="il" fmla="+- hc 0 idx"/>
                <a:gd name="ir" fmla="+- hc idx 0"/>
                <a:gd name="it" fmla="+- vc 0 idy"/>
                <a:gd name="ib" fmla="+- vc idy 0"/>
              </a:gdLst>
              <a:ahLst/>
              <a:cxnLst>
                <a:cxn ang="3">
                  <a:pos x="hc" y="t"/>
                </a:cxn>
                <a:cxn ang="3">
                  <a:pos x="il" y="it"/>
                </a:cxn>
                <a:cxn ang="cd2">
                  <a:pos x="l" y="vc"/>
                </a:cxn>
                <a:cxn ang="cd4">
                  <a:pos x="il" y="ib"/>
                </a:cxn>
                <a:cxn ang="cd4">
                  <a:pos x="hc" y="b"/>
                </a:cxn>
                <a:cxn ang="cd4">
                  <a:pos x="ir" y="ib"/>
                </a:cxn>
                <a:cxn ang="0">
                  <a:pos x="r" y="vc"/>
                </a:cxn>
                <a:cxn ang="3">
                  <a:pos x="ir" y="it"/>
                </a:cxn>
              </a:cxnLst>
              <a:rect l="l" t="t" r="r" b="b"/>
              <a:pathLst>
                <a:path w="963" h="888">
                  <a:moveTo>
                    <a:pt x="0" y="42"/>
                  </a:moveTo>
                  <a:cubicBezTo>
                    <a:pt x="76" y="15"/>
                    <a:pt x="158" y="0"/>
                    <a:pt x="243" y="0"/>
                  </a:cubicBezTo>
                  <a:cubicBezTo>
                    <a:pt x="641" y="0"/>
                    <a:pt x="963" y="322"/>
                    <a:pt x="963" y="720"/>
                  </a:cubicBezTo>
                  <a:cubicBezTo>
                    <a:pt x="963" y="778"/>
                    <a:pt x="956" y="834"/>
                    <a:pt x="943" y="888"/>
                  </a:cubicBezTo>
                  <a:lnTo>
                    <a:pt x="0" y="888"/>
                  </a:lnTo>
                  <a:lnTo>
                    <a:pt x="0" y="42"/>
                  </a:lnTo>
                  <a:close/>
                </a:path>
              </a:pathLst>
            </a:custGeom>
            <a:gradFill>
              <a:gsLst>
                <a:gs pos="2000">
                  <a:srgbClr val="096AED"/>
                </a:gs>
                <a:gs pos="100000">
                  <a:srgbClr val="0695F0"/>
                </a:gs>
              </a:gsLst>
              <a:lin ang="27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cs typeface="思源黑体 CN Normal" panose="020B0400000000000000" charset="-122"/>
              </a:endParaRPr>
            </a:p>
          </p:txBody>
        </p:sp>
      </p:grpSp>
      <p:sp>
        <p:nvSpPr>
          <p:cNvPr id="117" name="图形"/>
          <p:cNvSpPr txBox="1"/>
          <p:nvPr userDrawn="1"/>
        </p:nvSpPr>
        <p:spPr>
          <a:xfrm>
            <a:off x="596900" y="465455"/>
            <a:ext cx="329923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dist">
              <a:defRPr sz="3600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  <a:cs typeface="字魂58号-创中黑" panose="00000500000000000000" charset="-122"/>
              </a:defRPr>
            </a:lvl1pPr>
          </a:lstStyle>
          <a:p>
            <a:pPr lvl="0" algn="l"/>
            <a:r>
              <a:rPr lang="en-US" altLang="zh-CN" dirty="0">
                <a:sym typeface="+mn-ea"/>
              </a:rPr>
              <a:t>Add title text</a:t>
            </a:r>
            <a:endParaRPr lang="zh-CN" altLang="en-US" dirty="0">
              <a:sym typeface="+mn-ea"/>
            </a:endParaRPr>
          </a:p>
        </p:txBody>
      </p:sp>
    </p:spTree>
  </p:cSld>
  <p:clrMapOvr>
    <a:masterClrMapping/>
  </p:clrMapOvr>
  <p:transition>
    <p:wedge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图形"/>
          <p:cNvSpPr/>
          <p:nvPr userDrawn="1"/>
        </p:nvSpPr>
        <p:spPr>
          <a:xfrm>
            <a:off x="3281680" y="465455"/>
            <a:ext cx="329565" cy="329565"/>
          </a:xfrm>
          <a:prstGeom prst="ellipse">
            <a:avLst/>
          </a:prstGeom>
          <a:solidFill>
            <a:srgbClr val="7AB3FA">
              <a:alpha val="2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grpSp>
        <p:nvGrpSpPr>
          <p:cNvPr id="7" name="组合 6"/>
          <p:cNvGrpSpPr/>
          <p:nvPr userDrawn="1"/>
        </p:nvGrpSpPr>
        <p:grpSpPr>
          <a:xfrm>
            <a:off x="-633095" y="-714375"/>
            <a:ext cx="1504950" cy="1504950"/>
            <a:chOff x="-911" y="-1028"/>
            <a:chExt cx="2166" cy="2166"/>
          </a:xfrm>
        </p:grpSpPr>
        <p:sp>
          <p:nvSpPr>
            <p:cNvPr id="126" name="图形"/>
            <p:cNvSpPr/>
            <p:nvPr/>
          </p:nvSpPr>
          <p:spPr>
            <a:xfrm>
              <a:off x="-911" y="-1028"/>
              <a:ext cx="2166" cy="2166"/>
            </a:xfrm>
            <a:prstGeom prst="ellipse">
              <a:avLst/>
            </a:prstGeom>
            <a:noFill/>
            <a:ln w="38100">
              <a:gradFill>
                <a:gsLst>
                  <a:gs pos="0">
                    <a:srgbClr val="096AED"/>
                  </a:gs>
                  <a:gs pos="100000">
                    <a:srgbClr val="0695F0"/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思源黑体 CN Normal" panose="020B0400000000000000" charset="-122"/>
              </a:endParaRPr>
            </a:p>
          </p:txBody>
        </p:sp>
        <p:sp>
          <p:nvSpPr>
            <p:cNvPr id="127" name="图形"/>
            <p:cNvSpPr/>
            <p:nvPr/>
          </p:nvSpPr>
          <p:spPr>
            <a:xfrm flipV="1">
              <a:off x="0" y="0"/>
              <a:ext cx="795" cy="733"/>
            </a:xfrm>
            <a:custGeom>
              <a:avLst/>
              <a:gdLst>
                <a:gd name="idx" fmla="cos wd2 2700000"/>
                <a:gd name="idy" fmla="sin hd2 2700000"/>
                <a:gd name="il" fmla="+- hc 0 idx"/>
                <a:gd name="ir" fmla="+- hc idx 0"/>
                <a:gd name="it" fmla="+- vc 0 idy"/>
                <a:gd name="ib" fmla="+- vc idy 0"/>
              </a:gdLst>
              <a:ahLst/>
              <a:cxnLst>
                <a:cxn ang="3">
                  <a:pos x="hc" y="t"/>
                </a:cxn>
                <a:cxn ang="3">
                  <a:pos x="il" y="it"/>
                </a:cxn>
                <a:cxn ang="cd2">
                  <a:pos x="l" y="vc"/>
                </a:cxn>
                <a:cxn ang="cd4">
                  <a:pos x="il" y="ib"/>
                </a:cxn>
                <a:cxn ang="cd4">
                  <a:pos x="hc" y="b"/>
                </a:cxn>
                <a:cxn ang="cd4">
                  <a:pos x="ir" y="ib"/>
                </a:cxn>
                <a:cxn ang="0">
                  <a:pos x="r" y="vc"/>
                </a:cxn>
                <a:cxn ang="3">
                  <a:pos x="ir" y="it"/>
                </a:cxn>
              </a:cxnLst>
              <a:rect l="l" t="t" r="r" b="b"/>
              <a:pathLst>
                <a:path w="963" h="888">
                  <a:moveTo>
                    <a:pt x="0" y="42"/>
                  </a:moveTo>
                  <a:cubicBezTo>
                    <a:pt x="76" y="15"/>
                    <a:pt x="158" y="0"/>
                    <a:pt x="243" y="0"/>
                  </a:cubicBezTo>
                  <a:cubicBezTo>
                    <a:pt x="641" y="0"/>
                    <a:pt x="963" y="322"/>
                    <a:pt x="963" y="720"/>
                  </a:cubicBezTo>
                  <a:cubicBezTo>
                    <a:pt x="963" y="778"/>
                    <a:pt x="956" y="834"/>
                    <a:pt x="943" y="888"/>
                  </a:cubicBezTo>
                  <a:lnTo>
                    <a:pt x="0" y="888"/>
                  </a:lnTo>
                  <a:lnTo>
                    <a:pt x="0" y="42"/>
                  </a:lnTo>
                  <a:close/>
                </a:path>
              </a:pathLst>
            </a:custGeom>
            <a:gradFill>
              <a:gsLst>
                <a:gs pos="2000">
                  <a:srgbClr val="096AED"/>
                </a:gs>
                <a:gs pos="100000">
                  <a:srgbClr val="0695F0"/>
                </a:gs>
              </a:gsLst>
              <a:lin ang="27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cs typeface="思源黑体 CN Normal" panose="020B0400000000000000" charset="-122"/>
              </a:endParaRPr>
            </a:p>
          </p:txBody>
        </p:sp>
      </p:grpSp>
      <p:sp>
        <p:nvSpPr>
          <p:cNvPr id="117" name="图形"/>
          <p:cNvSpPr txBox="1"/>
          <p:nvPr userDrawn="1"/>
        </p:nvSpPr>
        <p:spPr>
          <a:xfrm>
            <a:off x="596900" y="465455"/>
            <a:ext cx="345826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dist">
              <a:defRPr sz="3600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  <a:cs typeface="字魂58号-创中黑" panose="00000500000000000000" charset="-122"/>
              </a:defRPr>
            </a:lvl1pPr>
          </a:lstStyle>
          <a:p>
            <a:pPr lvl="0" algn="l"/>
            <a:r>
              <a:rPr lang="en-US" altLang="zh-CN" dirty="0">
                <a:sym typeface="+mn-ea"/>
              </a:rPr>
              <a:t>Add title text</a:t>
            </a:r>
            <a:endParaRPr lang="zh-CN" altLang="en-US" dirty="0">
              <a:sym typeface="+mn-ea"/>
            </a:endParaRPr>
          </a:p>
        </p:txBody>
      </p:sp>
    </p:spTree>
  </p:cSld>
  <p:clrMapOvr>
    <a:masterClrMapping/>
  </p:clrMapOvr>
  <p:transition>
    <p:wedge/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dirty="0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4071502783"/>
      </p:ext>
    </p:extLst>
  </p:cSld>
  <p:clrMapOvr>
    <a:masterClrMapping/>
  </p:clrMapOvr>
  <p:transition>
    <p:wedge/>
  </p:transition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2714397901"/>
      </p:ext>
    </p:extLst>
  </p:cSld>
  <p:clrMapOvr>
    <a:masterClrMapping/>
  </p:clrMapOvr>
  <p:transition>
    <p:wedge/>
  </p:transition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3176814931"/>
      </p:ext>
    </p:extLst>
  </p:cSld>
  <p:clrMapOvr>
    <a:masterClrMapping/>
  </p:clrMapOvr>
  <p:transition>
    <p:wedge/>
  </p:transition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2093540151"/>
      </p:ext>
    </p:extLst>
  </p:cSld>
  <p:clrMapOvr>
    <a:masterClrMapping/>
  </p:clrMapOvr>
  <p:transition>
    <p:wedge/>
  </p:transition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980447822"/>
      </p:ext>
    </p:extLst>
  </p:cSld>
  <p:clrMapOvr>
    <a:masterClrMapping/>
  </p:clrMapOvr>
  <p:transition>
    <p:wedge/>
  </p:transition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378708950"/>
      </p:ext>
    </p:extLst>
  </p:cSld>
  <p:clrMapOvr>
    <a:masterClrMapping/>
  </p:clrMapOvr>
  <p:transition>
    <p:wedge/>
  </p:transition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1858109254"/>
      </p:ext>
    </p:extLst>
  </p:cSld>
  <p:clrMapOvr>
    <a:masterClrMapping/>
  </p:clrMapOvr>
  <p:transition>
    <p:wedge/>
  </p:transition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1869415477"/>
      </p:ext>
    </p:extLst>
  </p:cSld>
  <p:clrMapOvr>
    <a:masterClrMapping/>
  </p:clrMapOvr>
  <p:transition>
    <p:wedge/>
  </p:transition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4038727223"/>
      </p:ext>
    </p:extLst>
  </p:cSld>
  <p:clrMapOvr>
    <a:masterClrMapping/>
  </p:clrMapOvr>
  <p:transition>
    <p:wedge/>
  </p:transition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2548052288"/>
      </p:ext>
    </p:extLst>
  </p:cSld>
  <p:clrMapOvr>
    <a:masterClrMapping/>
  </p:clrMapOvr>
  <p:transition>
    <p:wedge/>
  </p:transition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4" name="TextBox 3"/>
          <p:cNvSpPr txBox="1"/>
          <p:nvPr userDrawn="1"/>
        </p:nvSpPr>
        <p:spPr>
          <a:xfrm>
            <a:off x="332905" y="6450469"/>
            <a:ext cx="1800200" cy="118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zh-CN" sz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2"/>
              </a:rPr>
              <a:t>PPT</a:t>
            </a:r>
            <a:r>
              <a:rPr lang="zh-CN" altLang="en-US" sz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2"/>
              </a:rPr>
              <a:t>模板</a:t>
            </a:r>
            <a:r>
              <a:rPr lang="zh-CN" altLang="en-US" sz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http://www.1ppt.com/moban/</a:t>
            </a:r>
            <a:r>
              <a:rPr lang="zh-CN" altLang="en-US" sz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en-US" altLang="zh-CN" sz="1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51757772"/>
      </p:ext>
    </p:extLst>
  </p:cSld>
  <p:clrMapOvr>
    <a:masterClrMapping/>
  </p:clrMapOvr>
  <p:transition>
    <p:wedge/>
  </p:transition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3696213052"/>
      </p:ext>
    </p:extLst>
  </p:cSld>
  <p:clrMapOvr>
    <a:masterClrMapping/>
  </p:clrMapOvr>
  <p:transition>
    <p:wedge/>
  </p:transition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AndObj">
  <p:cSld name="Заголовок, текст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10168" y="609600"/>
            <a:ext cx="10773833" cy="1143000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sz="half" idx="1"/>
          </p:nvPr>
        </p:nvSpPr>
        <p:spPr>
          <a:xfrm>
            <a:off x="910167" y="1981200"/>
            <a:ext cx="5080000" cy="411480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6193367" y="1981200"/>
            <a:ext cx="5080000" cy="411480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3DAB5A1A-2034-4317-9640-CE85C630988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620251" y="6442075"/>
            <a:ext cx="2540000" cy="3810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8D391FC8-D42C-48BD-8696-C4696A6313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10167" y="6365875"/>
            <a:ext cx="56896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8239E342-F096-4055-843C-D97B2C1710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599084" y="6148388"/>
            <a:ext cx="2540000" cy="381000"/>
          </a:xfrm>
        </p:spPr>
        <p:txBody>
          <a:bodyPr/>
          <a:lstStyle>
            <a:lvl2pPr lvl="1">
              <a:defRPr/>
            </a:lvl2pPr>
          </a:lstStyle>
          <a:p>
            <a:pPr lvl="1"/>
            <a:fld id="{E8FE3F6C-F2DA-4C68-AD31-BCFDFD92A0AB}" type="slidenum">
              <a:rPr lang="ru-RU" altLang="ru-RU"/>
              <a:pPr lvl="1"/>
              <a:t>‹#›</a:t>
            </a:fld>
            <a:endParaRPr lang="ru-RU" altLang="ru-RU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062345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6.xml"/><Relationship Id="rId18" Type="http://schemas.openxmlformats.org/officeDocument/2006/relationships/slideLayout" Target="../slideLayouts/slideLayout21.xml"/><Relationship Id="rId26" Type="http://schemas.openxmlformats.org/officeDocument/2006/relationships/slideLayout" Target="../slideLayouts/slideLayout29.xml"/><Relationship Id="rId3" Type="http://schemas.openxmlformats.org/officeDocument/2006/relationships/slideLayout" Target="../slideLayouts/slideLayout6.xml"/><Relationship Id="rId21" Type="http://schemas.openxmlformats.org/officeDocument/2006/relationships/slideLayout" Target="../slideLayouts/slideLayout24.xml"/><Relationship Id="rId7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5.xml"/><Relationship Id="rId17" Type="http://schemas.openxmlformats.org/officeDocument/2006/relationships/slideLayout" Target="../slideLayouts/slideLayout20.xml"/><Relationship Id="rId25" Type="http://schemas.openxmlformats.org/officeDocument/2006/relationships/slideLayout" Target="../slideLayouts/slideLayout28.xml"/><Relationship Id="rId2" Type="http://schemas.openxmlformats.org/officeDocument/2006/relationships/slideLayout" Target="../slideLayouts/slideLayout5.xml"/><Relationship Id="rId16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3.xml"/><Relationship Id="rId29" Type="http://schemas.openxmlformats.org/officeDocument/2006/relationships/slideLayout" Target="../slideLayouts/slideLayout32.xml"/><Relationship Id="rId1" Type="http://schemas.openxmlformats.org/officeDocument/2006/relationships/slideLayout" Target="../slideLayouts/slideLayout4.xml"/><Relationship Id="rId6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4.xml"/><Relationship Id="rId24" Type="http://schemas.openxmlformats.org/officeDocument/2006/relationships/slideLayout" Target="../slideLayouts/slideLayout27.xml"/><Relationship Id="rId5" Type="http://schemas.openxmlformats.org/officeDocument/2006/relationships/slideLayout" Target="../slideLayouts/slideLayout8.xml"/><Relationship Id="rId15" Type="http://schemas.openxmlformats.org/officeDocument/2006/relationships/slideLayout" Target="../slideLayouts/slideLayout18.xml"/><Relationship Id="rId23" Type="http://schemas.openxmlformats.org/officeDocument/2006/relationships/slideLayout" Target="../slideLayouts/slideLayout26.xml"/><Relationship Id="rId28" Type="http://schemas.openxmlformats.org/officeDocument/2006/relationships/slideLayout" Target="../slideLayouts/slideLayout31.xml"/><Relationship Id="rId10" Type="http://schemas.openxmlformats.org/officeDocument/2006/relationships/slideLayout" Target="../slideLayouts/slideLayout13.xml"/><Relationship Id="rId19" Type="http://schemas.openxmlformats.org/officeDocument/2006/relationships/slideLayout" Target="../slideLayouts/slideLayout22.xml"/><Relationship Id="rId4" Type="http://schemas.openxmlformats.org/officeDocument/2006/relationships/slideLayout" Target="../slideLayouts/slideLayout7.xml"/><Relationship Id="rId9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7.xml"/><Relationship Id="rId22" Type="http://schemas.openxmlformats.org/officeDocument/2006/relationships/slideLayout" Target="../slideLayouts/slideLayout25.xml"/><Relationship Id="rId27" Type="http://schemas.openxmlformats.org/officeDocument/2006/relationships/slideLayout" Target="../slideLayouts/slideLayout30.xml"/><Relationship Id="rId30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accent3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105189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9" r:id="rId3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dirty="0"/>
              <a:t>6/17/2026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927482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9" r:id="rId1"/>
    <p:sldLayoutId id="2147483690" r:id="rId2"/>
    <p:sldLayoutId id="2147483691" r:id="rId3"/>
    <p:sldLayoutId id="2147483692" r:id="rId4"/>
    <p:sldLayoutId id="2147483693" r:id="rId5"/>
    <p:sldLayoutId id="2147483694" r:id="rId6"/>
    <p:sldLayoutId id="2147483695" r:id="rId7"/>
    <p:sldLayoutId id="2147483696" r:id="rId8"/>
    <p:sldLayoutId id="2147483697" r:id="rId9"/>
    <p:sldLayoutId id="2147483698" r:id="rId10"/>
    <p:sldLayoutId id="2147483699" r:id="rId11"/>
    <p:sldLayoutId id="2147483700" r:id="rId12"/>
    <p:sldLayoutId id="2147483701" r:id="rId13"/>
    <p:sldLayoutId id="2147483651" r:id="rId14"/>
    <p:sldLayoutId id="2147483652" r:id="rId15"/>
    <p:sldLayoutId id="2147483653" r:id="rId16"/>
    <p:sldLayoutId id="2147483654" r:id="rId17"/>
    <p:sldLayoutId id="2147483655" r:id="rId18"/>
    <p:sldLayoutId id="2147483656" r:id="rId19"/>
    <p:sldLayoutId id="2147483657" r:id="rId20"/>
    <p:sldLayoutId id="2147483658" r:id="rId21"/>
    <p:sldLayoutId id="2147483659" r:id="rId22"/>
    <p:sldLayoutId id="2147483660" r:id="rId23"/>
    <p:sldLayoutId id="2147483661" r:id="rId24"/>
    <p:sldLayoutId id="2147483662" r:id="rId25"/>
    <p:sldLayoutId id="2147483663" r:id="rId26"/>
    <p:sldLayoutId id="2147483664" r:id="rId27"/>
    <p:sldLayoutId id="2147483665" r:id="rId28"/>
    <p:sldLayoutId id="2147483702" r:id="rId29"/>
  </p:sldLayoutIdLst>
  <p:transition>
    <p:wedge/>
  </p:transition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0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16.xml"/><Relationship Id="rId1" Type="http://schemas.openxmlformats.org/officeDocument/2006/relationships/tags" Target="../tags/tag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11.png"/><Relationship Id="rId2" Type="http://schemas.openxmlformats.org/officeDocument/2006/relationships/slideLayout" Target="../slideLayouts/slideLayout16.xml"/><Relationship Id="rId1" Type="http://schemas.openxmlformats.org/officeDocument/2006/relationships/tags" Target="../tags/tag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16.xml"/><Relationship Id="rId1" Type="http://schemas.openxmlformats.org/officeDocument/2006/relationships/tags" Target="../tags/tag3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16.xml"/><Relationship Id="rId1" Type="http://schemas.openxmlformats.org/officeDocument/2006/relationships/tags" Target="../tags/tag4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16.xml"/><Relationship Id="rId1" Type="http://schemas.openxmlformats.org/officeDocument/2006/relationships/tags" Target="../tags/tag5.xml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16.xml"/><Relationship Id="rId1" Type="http://schemas.openxmlformats.org/officeDocument/2006/relationships/tags" Target="../tags/tag6.xml"/><Relationship Id="rId4" Type="http://schemas.openxmlformats.org/officeDocument/2006/relationships/image" Target="../media/image1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19.png"/><Relationship Id="rId2" Type="http://schemas.openxmlformats.org/officeDocument/2006/relationships/slideLayout" Target="../slideLayouts/slideLayout16.xml"/><Relationship Id="rId1" Type="http://schemas.openxmlformats.org/officeDocument/2006/relationships/tags" Target="../tags/tag7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23.png"/><Relationship Id="rId2" Type="http://schemas.openxmlformats.org/officeDocument/2006/relationships/slideLayout" Target="../slideLayouts/slideLayout16.xml"/><Relationship Id="rId1" Type="http://schemas.openxmlformats.org/officeDocument/2006/relationships/tags" Target="../tags/tag8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16.xml"/><Relationship Id="rId1" Type="http://schemas.openxmlformats.org/officeDocument/2006/relationships/tags" Target="../tags/tag9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16.xml"/><Relationship Id="rId1" Type="http://schemas.openxmlformats.org/officeDocument/2006/relationships/tags" Target="../tags/tag10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16.xml"/><Relationship Id="rId1" Type="http://schemas.openxmlformats.org/officeDocument/2006/relationships/tags" Target="../tags/tag11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16.xml"/><Relationship Id="rId1" Type="http://schemas.openxmlformats.org/officeDocument/2006/relationships/tags" Target="../tags/tag12.xml"/><Relationship Id="rId4" Type="http://schemas.openxmlformats.org/officeDocument/2006/relationships/image" Target="../media/image26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16.xml"/><Relationship Id="rId1" Type="http://schemas.openxmlformats.org/officeDocument/2006/relationships/tags" Target="../tags/tag13.xml"/><Relationship Id="rId4" Type="http://schemas.openxmlformats.org/officeDocument/2006/relationships/image" Target="../media/image27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16.xml"/><Relationship Id="rId1" Type="http://schemas.openxmlformats.org/officeDocument/2006/relationships/tags" Target="../tags/tag14.xml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16.xml"/><Relationship Id="rId1" Type="http://schemas.openxmlformats.org/officeDocument/2006/relationships/tags" Target="../tags/tag15.xml"/><Relationship Id="rId4" Type="http://schemas.openxmlformats.org/officeDocument/2006/relationships/image" Target="../media/image30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16.xml"/><Relationship Id="rId1" Type="http://schemas.openxmlformats.org/officeDocument/2006/relationships/tags" Target="../tags/tag16.xml"/><Relationship Id="rId4" Type="http://schemas.openxmlformats.org/officeDocument/2006/relationships/image" Target="../media/image31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16.xml"/><Relationship Id="rId1" Type="http://schemas.openxmlformats.org/officeDocument/2006/relationships/tags" Target="../tags/tag17.xml"/><Relationship Id="rId4" Type="http://schemas.openxmlformats.org/officeDocument/2006/relationships/image" Target="../media/image32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16.xml"/><Relationship Id="rId1" Type="http://schemas.openxmlformats.org/officeDocument/2006/relationships/tags" Target="../tags/tag18.xml"/><Relationship Id="rId4" Type="http://schemas.openxmlformats.org/officeDocument/2006/relationships/image" Target="../media/image33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16.xml"/><Relationship Id="rId1" Type="http://schemas.openxmlformats.org/officeDocument/2006/relationships/tags" Target="../tags/tag19.xml"/><Relationship Id="rId4" Type="http://schemas.openxmlformats.org/officeDocument/2006/relationships/image" Target="../media/image34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16.xml"/><Relationship Id="rId1" Type="http://schemas.openxmlformats.org/officeDocument/2006/relationships/tags" Target="../tags/tag20.xml"/><Relationship Id="rId4" Type="http://schemas.openxmlformats.org/officeDocument/2006/relationships/image" Target="../media/image35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16.xml"/><Relationship Id="rId1" Type="http://schemas.openxmlformats.org/officeDocument/2006/relationships/tags" Target="../tags/tag21.xml"/><Relationship Id="rId4" Type="http://schemas.openxmlformats.org/officeDocument/2006/relationships/image" Target="../media/image36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16.xml"/><Relationship Id="rId1" Type="http://schemas.openxmlformats.org/officeDocument/2006/relationships/tags" Target="../tags/tag2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16.xml"/><Relationship Id="rId1" Type="http://schemas.openxmlformats.org/officeDocument/2006/relationships/tags" Target="../tags/tag23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16.xml"/><Relationship Id="rId1" Type="http://schemas.openxmlformats.org/officeDocument/2006/relationships/tags" Target="../tags/tag24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16.xml"/><Relationship Id="rId1" Type="http://schemas.openxmlformats.org/officeDocument/2006/relationships/tags" Target="../tags/tag25.xml"/><Relationship Id="rId6" Type="http://schemas.openxmlformats.org/officeDocument/2006/relationships/image" Target="../media/image38.png"/><Relationship Id="rId5" Type="http://schemas.openxmlformats.org/officeDocument/2006/relationships/image" Target="../media/image37.png"/><Relationship Id="rId4" Type="http://schemas.openxmlformats.org/officeDocument/2006/relationships/image" Target="../media/image22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40.png"/><Relationship Id="rId2" Type="http://schemas.openxmlformats.org/officeDocument/2006/relationships/slideLayout" Target="../slideLayouts/slideLayout16.xml"/><Relationship Id="rId1" Type="http://schemas.openxmlformats.org/officeDocument/2006/relationships/tags" Target="../tags/tag26.xml"/><Relationship Id="rId6" Type="http://schemas.openxmlformats.org/officeDocument/2006/relationships/image" Target="../media/image39.png"/><Relationship Id="rId5" Type="http://schemas.openxmlformats.org/officeDocument/2006/relationships/image" Target="../media/image25.png"/><Relationship Id="rId4" Type="http://schemas.openxmlformats.org/officeDocument/2006/relationships/image" Target="../media/image22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16.xml"/><Relationship Id="rId1" Type="http://schemas.openxmlformats.org/officeDocument/2006/relationships/tags" Target="../tags/tag27.xml"/><Relationship Id="rId4" Type="http://schemas.openxmlformats.org/officeDocument/2006/relationships/image" Target="../media/image41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16.xml"/><Relationship Id="rId1" Type="http://schemas.openxmlformats.org/officeDocument/2006/relationships/tags" Target="../tags/tag28.xml"/><Relationship Id="rId4" Type="http://schemas.openxmlformats.org/officeDocument/2006/relationships/image" Target="../media/image42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16.xml"/><Relationship Id="rId1" Type="http://schemas.openxmlformats.org/officeDocument/2006/relationships/tags" Target="../tags/tag29.xml"/><Relationship Id="rId4" Type="http://schemas.openxmlformats.org/officeDocument/2006/relationships/image" Target="../media/image43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16.xml"/><Relationship Id="rId1" Type="http://schemas.openxmlformats.org/officeDocument/2006/relationships/tags" Target="../tags/tag30.xml"/><Relationship Id="rId4" Type="http://schemas.openxmlformats.org/officeDocument/2006/relationships/image" Target="../media/image44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16.xml"/><Relationship Id="rId1" Type="http://schemas.openxmlformats.org/officeDocument/2006/relationships/tags" Target="../tags/tag31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16.xml"/><Relationship Id="rId1" Type="http://schemas.openxmlformats.org/officeDocument/2006/relationships/tags" Target="../tags/tag3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16.xml"/><Relationship Id="rId1" Type="http://schemas.openxmlformats.org/officeDocument/2006/relationships/tags" Target="../tags/tag33.xml"/><Relationship Id="rId4" Type="http://schemas.openxmlformats.org/officeDocument/2006/relationships/image" Target="../media/image45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16.xml"/><Relationship Id="rId1" Type="http://schemas.openxmlformats.org/officeDocument/2006/relationships/tags" Target="../tags/tag34.xml"/><Relationship Id="rId6" Type="http://schemas.openxmlformats.org/officeDocument/2006/relationships/image" Target="../media/image48.png"/><Relationship Id="rId5" Type="http://schemas.openxmlformats.org/officeDocument/2006/relationships/image" Target="../media/image47.png"/><Relationship Id="rId4" Type="http://schemas.openxmlformats.org/officeDocument/2006/relationships/image" Target="../media/image46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16.xml"/><Relationship Id="rId1" Type="http://schemas.openxmlformats.org/officeDocument/2006/relationships/tags" Target="../tags/tag35.xml"/><Relationship Id="rId4" Type="http://schemas.openxmlformats.org/officeDocument/2006/relationships/image" Target="../media/image49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16.xml"/><Relationship Id="rId1" Type="http://schemas.openxmlformats.org/officeDocument/2006/relationships/tags" Target="../tags/tag36.xml"/><Relationship Id="rId6" Type="http://schemas.openxmlformats.org/officeDocument/2006/relationships/image" Target="../media/image52.png"/><Relationship Id="rId5" Type="http://schemas.openxmlformats.org/officeDocument/2006/relationships/image" Target="../media/image51.png"/><Relationship Id="rId4" Type="http://schemas.openxmlformats.org/officeDocument/2006/relationships/image" Target="../media/image50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16.xml"/><Relationship Id="rId1" Type="http://schemas.openxmlformats.org/officeDocument/2006/relationships/tags" Target="../tags/tag37.xml"/><Relationship Id="rId4" Type="http://schemas.openxmlformats.org/officeDocument/2006/relationships/image" Target="../media/image53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16.xml"/><Relationship Id="rId1" Type="http://schemas.openxmlformats.org/officeDocument/2006/relationships/tags" Target="../tags/tag38.xml"/><Relationship Id="rId4" Type="http://schemas.openxmlformats.org/officeDocument/2006/relationships/image" Target="../media/image54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16.xml"/><Relationship Id="rId1" Type="http://schemas.openxmlformats.org/officeDocument/2006/relationships/tags" Target="../tags/tag39.xml"/><Relationship Id="rId4" Type="http://schemas.openxmlformats.org/officeDocument/2006/relationships/image" Target="../media/image55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16.xml"/><Relationship Id="rId1" Type="http://schemas.openxmlformats.org/officeDocument/2006/relationships/tags" Target="../tags/tag40.xml"/><Relationship Id="rId4" Type="http://schemas.openxmlformats.org/officeDocument/2006/relationships/image" Target="../media/image56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16.xml"/><Relationship Id="rId1" Type="http://schemas.openxmlformats.org/officeDocument/2006/relationships/tags" Target="../tags/tag41.xml"/><Relationship Id="rId4" Type="http://schemas.openxmlformats.org/officeDocument/2006/relationships/image" Target="../media/image57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16.xml"/><Relationship Id="rId1" Type="http://schemas.openxmlformats.org/officeDocument/2006/relationships/tags" Target="../tags/tag42.xml"/><Relationship Id="rId4" Type="http://schemas.openxmlformats.org/officeDocument/2006/relationships/image" Target="../media/image58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16.xml"/><Relationship Id="rId1" Type="http://schemas.openxmlformats.org/officeDocument/2006/relationships/tags" Target="../tags/tag43.xml"/><Relationship Id="rId5" Type="http://schemas.openxmlformats.org/officeDocument/2006/relationships/image" Target="../media/image60.png"/><Relationship Id="rId4" Type="http://schemas.openxmlformats.org/officeDocument/2006/relationships/image" Target="../media/image59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16.xml"/><Relationship Id="rId1" Type="http://schemas.openxmlformats.org/officeDocument/2006/relationships/tags" Target="../tags/tag44.xml"/><Relationship Id="rId5" Type="http://schemas.openxmlformats.org/officeDocument/2006/relationships/image" Target="../media/image62.png"/><Relationship Id="rId4" Type="http://schemas.openxmlformats.org/officeDocument/2006/relationships/image" Target="../media/image61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slideLayout" Target="../slideLayouts/slideLayout16.xml"/><Relationship Id="rId1" Type="http://schemas.openxmlformats.org/officeDocument/2006/relationships/tags" Target="../tags/tag45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slideLayout" Target="../slideLayouts/slideLayout16.xml"/><Relationship Id="rId1" Type="http://schemas.openxmlformats.org/officeDocument/2006/relationships/tags" Target="../tags/tag46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slideLayout" Target="../slideLayouts/slideLayout16.xml"/><Relationship Id="rId1" Type="http://schemas.openxmlformats.org/officeDocument/2006/relationships/tags" Target="../tags/tag47.xml"/><Relationship Id="rId4" Type="http://schemas.openxmlformats.org/officeDocument/2006/relationships/image" Target="../media/image64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slideLayout" Target="../slideLayouts/slideLayout16.xml"/><Relationship Id="rId1" Type="http://schemas.openxmlformats.org/officeDocument/2006/relationships/tags" Target="../tags/tag48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slideLayout" Target="../slideLayouts/slideLayout15.xml"/><Relationship Id="rId1" Type="http://schemas.openxmlformats.org/officeDocument/2006/relationships/tags" Target="../tags/tag49.xml"/><Relationship Id="rId4" Type="http://schemas.openxmlformats.org/officeDocument/2006/relationships/image" Target="../media/image6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图形">
            <a:extLst>
              <a:ext uri="{FF2B5EF4-FFF2-40B4-BE49-F238E27FC236}">
                <a16:creationId xmlns:a16="http://schemas.microsoft.com/office/drawing/2014/main" id="{4970F0FE-93FC-4E79-8728-20118C059054}"/>
              </a:ext>
            </a:extLst>
          </p:cNvPr>
          <p:cNvSpPr/>
          <p:nvPr/>
        </p:nvSpPr>
        <p:spPr>
          <a:xfrm>
            <a:off x="973666" y="999067"/>
            <a:ext cx="10752665" cy="5748866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95000"/>
              </a:schemeClr>
            </a:solidFill>
          </a:ln>
          <a:effectLst>
            <a:outerShdw blurRad="609600" dist="38100" dir="2700000" algn="tl" rotWithShape="0">
              <a:srgbClr val="6151DE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dirty="0">
              <a:solidFill>
                <a:schemeClr val="tx1"/>
              </a:solidFill>
              <a:effectLst>
                <a:outerShdw blurRad="50800" dist="38100" dir="2700000" algn="tl" rotWithShape="0">
                  <a:schemeClr val="bg1">
                    <a:alpha val="40000"/>
                  </a:schemeClr>
                </a:outerShdw>
              </a:effectLst>
              <a:cs typeface="+mn-ea"/>
              <a:sym typeface="+mn-lt"/>
            </a:endParaRPr>
          </a:p>
        </p:txBody>
      </p:sp>
      <p:sp>
        <p:nvSpPr>
          <p:cNvPr id="4100" name="Rectangle 4">
            <a:extLst>
              <a:ext uri="{FF2B5EF4-FFF2-40B4-BE49-F238E27FC236}">
                <a16:creationId xmlns:a16="http://schemas.microsoft.com/office/drawing/2014/main" id="{FEBE74CB-52B7-4E2A-AC58-7F61E2DDE7D8}"/>
              </a:ext>
            </a:extLst>
          </p:cNvPr>
          <p:cNvSpPr>
            <a:spLocks noGrp="1" noChangeArrowheads="1"/>
          </p:cNvSpPr>
          <p:nvPr>
            <p:ph type="ctrTitle" idx="4294967295"/>
          </p:nvPr>
        </p:nvSpPr>
        <p:spPr>
          <a:xfrm>
            <a:off x="1703387" y="1412875"/>
            <a:ext cx="10022945" cy="2736850"/>
          </a:xfrm>
        </p:spPr>
        <p:txBody>
          <a:bodyPr anchor="ctr">
            <a:normAutofit/>
          </a:bodyPr>
          <a:lstStyle/>
          <a:p>
            <a:pPr>
              <a:defRPr/>
            </a:pPr>
            <a:r>
              <a:rPr lang="ru-RU" sz="2400" b="1" dirty="0">
                <a:latin typeface="+mn-lt"/>
              </a:rPr>
              <a:t>         ВЫПУСКНАЯ КВАЛИФИКАЦИОННАЯ РАБОТА БАКАЛАВРА</a:t>
            </a:r>
            <a:br>
              <a:rPr lang="ru-RU" sz="2800" dirty="0">
                <a:latin typeface="+mn-lt"/>
              </a:rPr>
            </a:br>
            <a:br>
              <a:rPr lang="ru-RU" sz="2800" dirty="0">
                <a:latin typeface="+mn-lt"/>
              </a:rPr>
            </a:br>
            <a:r>
              <a:rPr lang="ru-RU" sz="2400" dirty="0">
                <a:latin typeface="+mn-lt"/>
              </a:rPr>
              <a:t>по направлению </a:t>
            </a:r>
            <a:r>
              <a:rPr lang="ru-RU" sz="2400" u="sng" dirty="0">
                <a:latin typeface="+mn-lt"/>
              </a:rPr>
              <a:t>09</a:t>
            </a:r>
            <a:r>
              <a:rPr lang="en-US" sz="2400" u="sng" dirty="0">
                <a:latin typeface="+mn-lt"/>
              </a:rPr>
              <a:t>.03.04 “</a:t>
            </a:r>
            <a:r>
              <a:rPr lang="ru-RU" sz="2400" u="sng" dirty="0">
                <a:latin typeface="+mn-lt"/>
              </a:rPr>
              <a:t>Программная инженерия</a:t>
            </a:r>
            <a:r>
              <a:rPr lang="en-US" sz="2400" u="sng" dirty="0">
                <a:latin typeface="+mn-lt"/>
              </a:rPr>
              <a:t>”</a:t>
            </a:r>
            <a:br>
              <a:rPr lang="ru-RU" sz="1000" u="sng" dirty="0">
                <a:latin typeface="+mn-lt"/>
              </a:rPr>
            </a:br>
            <a:r>
              <a:rPr lang="ru-RU" sz="1000" dirty="0">
                <a:latin typeface="+mn-lt"/>
              </a:rPr>
              <a:t>				шифр и наименование направления подготовки</a:t>
            </a:r>
            <a:br>
              <a:rPr lang="ru-RU" sz="1000" dirty="0">
                <a:latin typeface="+mn-lt"/>
              </a:rPr>
            </a:br>
            <a:br>
              <a:rPr lang="ru-RU" sz="1000" dirty="0">
                <a:latin typeface="+mn-lt"/>
              </a:rPr>
            </a:br>
            <a:br>
              <a:rPr lang="ru-RU" sz="1000" dirty="0">
                <a:latin typeface="+mn-lt"/>
              </a:rPr>
            </a:br>
            <a:r>
              <a:rPr lang="ru-RU" sz="2400" u="sng" dirty="0">
                <a:latin typeface="+mn-lt"/>
              </a:rPr>
              <a:t>Разработка голосового ассистента на основе искусственного интеллекта для интерактивной помощи при прохождении образовательных курсов</a:t>
            </a:r>
            <a:br>
              <a:rPr lang="ru-RU" sz="1000" dirty="0">
                <a:latin typeface="+mn-lt"/>
              </a:rPr>
            </a:br>
            <a:r>
              <a:rPr lang="ru-RU" sz="1000" dirty="0">
                <a:latin typeface="+mn-lt"/>
              </a:rPr>
              <a:t>				наименование темы</a:t>
            </a:r>
          </a:p>
        </p:txBody>
      </p:sp>
      <p:sp>
        <p:nvSpPr>
          <p:cNvPr id="4101" name="Rectangle 5">
            <a:extLst>
              <a:ext uri="{FF2B5EF4-FFF2-40B4-BE49-F238E27FC236}">
                <a16:creationId xmlns:a16="http://schemas.microsoft.com/office/drawing/2014/main" id="{2619F856-1E83-4575-922E-0A1065238452}"/>
              </a:ext>
            </a:extLst>
          </p:cNvPr>
          <p:cNvSpPr>
            <a:spLocks noGrp="1" noChangeArrowheads="1"/>
          </p:cNvSpPr>
          <p:nvPr>
            <p:ph type="subTitle" idx="4294967295"/>
          </p:nvPr>
        </p:nvSpPr>
        <p:spPr>
          <a:xfrm>
            <a:off x="1703389" y="4437063"/>
            <a:ext cx="8713787" cy="2089150"/>
          </a:xfrm>
        </p:spPr>
        <p:txBody>
          <a:bodyPr>
            <a:normAutofit fontScale="92500" lnSpcReduction="20000"/>
          </a:bodyPr>
          <a:lstStyle/>
          <a:p>
            <a:pPr marL="274320" indent="-274320">
              <a:buNone/>
              <a:defRPr/>
            </a:pPr>
            <a:r>
              <a:rPr lang="ru-RU" sz="2000" dirty="0"/>
              <a:t>Студент 			_______________________	Абрамов М. А.</a:t>
            </a:r>
          </a:p>
          <a:p>
            <a:pPr marL="274320" indent="-274320">
              <a:buNone/>
              <a:defRPr/>
            </a:pPr>
            <a:r>
              <a:rPr lang="ru-RU" sz="1000" dirty="0"/>
              <a:t>					подпись, дата</a:t>
            </a:r>
          </a:p>
          <a:p>
            <a:pPr marL="274320" indent="-274320">
              <a:buNone/>
              <a:defRPr/>
            </a:pPr>
            <a:r>
              <a:rPr lang="ru-RU" sz="2000" dirty="0"/>
              <a:t>Группа </a:t>
            </a:r>
            <a:r>
              <a:rPr lang="ru-RU" sz="2000" u="sng" dirty="0"/>
              <a:t>ПИ-22-2</a:t>
            </a:r>
          </a:p>
          <a:p>
            <a:pPr marL="274320" indent="-274320">
              <a:buNone/>
              <a:defRPr/>
            </a:pPr>
            <a:endParaRPr lang="ru-RU" sz="1000" dirty="0"/>
          </a:p>
          <a:p>
            <a:pPr marL="274320" indent="-274320">
              <a:buNone/>
              <a:defRPr/>
            </a:pPr>
            <a:r>
              <a:rPr lang="ru-RU" sz="2000" dirty="0"/>
              <a:t>Руководитель</a:t>
            </a:r>
          </a:p>
          <a:p>
            <a:pPr marL="274320" indent="-274320">
              <a:buNone/>
              <a:defRPr/>
            </a:pPr>
            <a:r>
              <a:rPr lang="ru-RU" sz="2000" u="sng" dirty="0" err="1"/>
              <a:t>канд</a:t>
            </a:r>
            <a:r>
              <a:rPr lang="en-US" sz="2000" u="sng" dirty="0"/>
              <a:t>.</a:t>
            </a:r>
            <a:r>
              <a:rPr lang="ru-RU" sz="2000" u="sng" dirty="0"/>
              <a:t>тех</a:t>
            </a:r>
            <a:r>
              <a:rPr lang="en-US" sz="2000" u="sng" dirty="0"/>
              <a:t>.</a:t>
            </a:r>
            <a:r>
              <a:rPr lang="ru-RU" sz="2000" u="sng" dirty="0"/>
              <a:t>наук	</a:t>
            </a:r>
            <a:r>
              <a:rPr lang="ru-RU" sz="2000" dirty="0"/>
              <a:t>	_______________________	Назаркин О. А.</a:t>
            </a:r>
          </a:p>
          <a:p>
            <a:pPr marL="274320" indent="-274320">
              <a:buNone/>
              <a:defRPr/>
            </a:pPr>
            <a:r>
              <a:rPr lang="ru-RU" sz="1000" dirty="0"/>
              <a:t>     ученая степень, ученое звание			подпись, дата</a:t>
            </a:r>
          </a:p>
          <a:p>
            <a:pPr marL="274320" indent="-274320">
              <a:buNone/>
              <a:defRPr/>
            </a:pPr>
            <a:endParaRPr lang="ru-RU" sz="1000" dirty="0"/>
          </a:p>
        </p:txBody>
      </p:sp>
      <p:sp>
        <p:nvSpPr>
          <p:cNvPr id="22532" name="Text Box 1028">
            <a:extLst>
              <a:ext uri="{FF2B5EF4-FFF2-40B4-BE49-F238E27FC236}">
                <a16:creationId xmlns:a16="http://schemas.microsoft.com/office/drawing/2014/main" id="{20A069A5-4098-4B14-B74B-901FB6A998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35189" y="260351"/>
            <a:ext cx="7920037" cy="646331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algn="ctr">
              <a:defRPr/>
            </a:pPr>
            <a:r>
              <a:rPr lang="ru-RU" dirty="0">
                <a:cs typeface="Latha" pitchFamily="2"/>
              </a:rPr>
              <a:t>Липецкий</a:t>
            </a:r>
            <a:r>
              <a:rPr lang="en-US" dirty="0">
                <a:cs typeface="Latha" pitchFamily="2"/>
              </a:rPr>
              <a:t> </a:t>
            </a:r>
            <a:r>
              <a:rPr lang="ru-RU" dirty="0">
                <a:cs typeface="Latha" pitchFamily="2"/>
              </a:rPr>
              <a:t>государственный</a:t>
            </a:r>
            <a:r>
              <a:rPr lang="en-US" dirty="0">
                <a:cs typeface="Latha" pitchFamily="2"/>
              </a:rPr>
              <a:t> </a:t>
            </a:r>
            <a:r>
              <a:rPr lang="ru-RU" dirty="0">
                <a:cs typeface="Latha" pitchFamily="2"/>
              </a:rPr>
              <a:t>технический</a:t>
            </a:r>
            <a:r>
              <a:rPr lang="en-US" dirty="0">
                <a:cs typeface="Latha" pitchFamily="2"/>
              </a:rPr>
              <a:t> </a:t>
            </a:r>
            <a:r>
              <a:rPr lang="ru-RU" dirty="0">
                <a:cs typeface="Latha" pitchFamily="2"/>
              </a:rPr>
              <a:t>университет</a:t>
            </a:r>
            <a:endParaRPr lang="en-US" dirty="0">
              <a:cs typeface="Latha" pitchFamily="2"/>
            </a:endParaRPr>
          </a:p>
          <a:p>
            <a:pPr algn="ctr">
              <a:defRPr/>
            </a:pPr>
            <a:r>
              <a:rPr lang="ru-RU" dirty="0">
                <a:cs typeface="Latha" pitchFamily="2"/>
              </a:rPr>
              <a:t>Кафедра автоматизированных систем управления</a:t>
            </a:r>
          </a:p>
        </p:txBody>
      </p: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1026">
            <a:extLst>
              <a:ext uri="{FF2B5EF4-FFF2-40B4-BE49-F238E27FC236}">
                <a16:creationId xmlns:a16="http://schemas.microsoft.com/office/drawing/2014/main" id="{FB966CA8-E1AB-412C-AB3A-882C845EA69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524000" y="0"/>
            <a:ext cx="9144000" cy="1143000"/>
          </a:xfrm>
        </p:spPr>
        <p:txBody>
          <a:bodyPr>
            <a:normAutofit/>
          </a:bodyPr>
          <a:lstStyle/>
          <a:p>
            <a:pPr algn="ctr" fontAlgn="base">
              <a:spcAft>
                <a:spcPct val="0"/>
              </a:spcAft>
            </a:pPr>
            <a:r>
              <a:rPr lang="ru-RU" altLang="ru-RU" sz="3200" dirty="0"/>
              <a:t>Характеристика предметной области</a:t>
            </a:r>
          </a:p>
        </p:txBody>
      </p:sp>
      <p:sp>
        <p:nvSpPr>
          <p:cNvPr id="15363" name="Текст 6">
            <a:extLst>
              <a:ext uri="{FF2B5EF4-FFF2-40B4-BE49-F238E27FC236}">
                <a16:creationId xmlns:a16="http://schemas.microsoft.com/office/drawing/2014/main" id="{63D43E63-C6BB-467A-9CCE-9773E9DEE1A8}"/>
              </a:ext>
            </a:extLst>
          </p:cNvPr>
          <p:cNvSpPr>
            <a:spLocks noGrp="1"/>
          </p:cNvSpPr>
          <p:nvPr>
            <p:ph type="body" sz="half" idx="1"/>
          </p:nvPr>
        </p:nvSpPr>
        <p:spPr>
          <a:xfrm>
            <a:off x="1524001" y="1557339"/>
            <a:ext cx="5647266" cy="398462"/>
          </a:xfrm>
        </p:spPr>
        <p:txBody>
          <a:bodyPr>
            <a:normAutofit fontScale="92500" lnSpcReduction="20000"/>
          </a:bodyPr>
          <a:lstStyle/>
          <a:p>
            <a:pPr eaLnBrk="1" hangingPunct="1">
              <a:buFont typeface="Wingdings 3" panose="05040102010807070707" pitchFamily="18" charset="2"/>
              <a:buNone/>
            </a:pPr>
            <a:r>
              <a:rPr lang="ru-RU" altLang="ru-RU" dirty="0"/>
              <a:t>Предметная область</a:t>
            </a:r>
            <a:r>
              <a:rPr lang="en-US" altLang="ru-RU" dirty="0"/>
              <a:t>:</a:t>
            </a:r>
            <a:endParaRPr lang="ru-RU" altLang="ru-RU" dirty="0"/>
          </a:p>
        </p:txBody>
      </p:sp>
      <p:sp>
        <p:nvSpPr>
          <p:cNvPr id="6" name="Номер слайда 4">
            <a:extLst>
              <a:ext uri="{FF2B5EF4-FFF2-40B4-BE49-F238E27FC236}">
                <a16:creationId xmlns:a16="http://schemas.microsoft.com/office/drawing/2014/main" id="{217C655F-3A1A-43B3-B4C6-98F155C6C1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912350" y="6308726"/>
            <a:ext cx="755650" cy="549275"/>
          </a:xfrm>
        </p:spPr>
        <p:txBody>
          <a:bodyPr/>
          <a:lstStyle>
            <a:lvl1pPr marL="342900" indent="-3429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lvl="1" algn="ctr" eaLnBrk="1" hangingPunct="1"/>
            <a:r>
              <a:rPr lang="ru-RU" altLang="ru-RU" dirty="0">
                <a:latin typeface="Calibri" panose="020F0502020204030204" pitchFamily="34" charset="0"/>
              </a:rPr>
              <a:t>2</a:t>
            </a:r>
          </a:p>
        </p:txBody>
      </p:sp>
      <p:sp>
        <p:nvSpPr>
          <p:cNvPr id="7" name="图形">
            <a:extLst>
              <a:ext uri="{FF2B5EF4-FFF2-40B4-BE49-F238E27FC236}">
                <a16:creationId xmlns:a16="http://schemas.microsoft.com/office/drawing/2014/main" id="{934D091D-12EF-4F56-AAD7-20E9F1F3F1CF}"/>
              </a:ext>
            </a:extLst>
          </p:cNvPr>
          <p:cNvSpPr/>
          <p:nvPr/>
        </p:nvSpPr>
        <p:spPr>
          <a:xfrm>
            <a:off x="1271397" y="1955802"/>
            <a:ext cx="8947870" cy="821265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95000"/>
              </a:schemeClr>
            </a:solidFill>
          </a:ln>
          <a:effectLst>
            <a:outerShdw blurRad="609600" dist="38100" dir="2700000" algn="tl" rotWithShape="0">
              <a:srgbClr val="6151DE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dirty="0">
              <a:solidFill>
                <a:schemeClr val="tx1"/>
              </a:solidFill>
              <a:effectLst>
                <a:outerShdw blurRad="50800" dist="38100" dir="2700000" algn="tl" rotWithShape="0">
                  <a:schemeClr val="bg1">
                    <a:alpha val="40000"/>
                  </a:schemeClr>
                </a:outerShdw>
              </a:effectLst>
              <a:cs typeface="+mn-ea"/>
              <a:sym typeface="+mn-lt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0E8F067-9D5D-496A-9DC0-1772B1C1E04E}"/>
              </a:ext>
            </a:extLst>
          </p:cNvPr>
          <p:cNvSpPr txBox="1"/>
          <p:nvPr/>
        </p:nvSpPr>
        <p:spPr>
          <a:xfrm>
            <a:off x="1271397" y="2012491"/>
            <a:ext cx="894787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/>
              <a:t>Т</a:t>
            </a:r>
            <a:r>
              <a:rPr lang="ru-RU" sz="2000" b="0" i="0" dirty="0">
                <a:effectLst/>
              </a:rPr>
              <a:t>ехнологии электронного обучения, интеллектуальные голосовые интерфейсы и автоматизация поиска контента и навигации по образовательным платформам</a:t>
            </a:r>
            <a:endParaRPr lang="ru-RU" sz="2000" dirty="0"/>
          </a:p>
        </p:txBody>
      </p:sp>
      <p:sp>
        <p:nvSpPr>
          <p:cNvPr id="13" name="Текст 6">
            <a:extLst>
              <a:ext uri="{FF2B5EF4-FFF2-40B4-BE49-F238E27FC236}">
                <a16:creationId xmlns:a16="http://schemas.microsoft.com/office/drawing/2014/main" id="{962ECECC-E9F7-4C40-AB7B-12E128A5F291}"/>
              </a:ext>
            </a:extLst>
          </p:cNvPr>
          <p:cNvSpPr txBox="1">
            <a:spLocks/>
          </p:cNvSpPr>
          <p:nvPr/>
        </p:nvSpPr>
        <p:spPr>
          <a:xfrm>
            <a:off x="1524001" y="3225272"/>
            <a:ext cx="5647266" cy="398462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 3" panose="05040102010807070707" pitchFamily="18" charset="2"/>
              <a:buNone/>
            </a:pPr>
            <a:r>
              <a:rPr lang="ru-RU" b="0" i="0" dirty="0">
                <a:effectLst/>
                <a:latin typeface="ui-sans-serif"/>
              </a:rPr>
              <a:t>Проблема: </a:t>
            </a:r>
            <a:endParaRPr lang="ru-RU" altLang="ru-RU" dirty="0"/>
          </a:p>
        </p:txBody>
      </p:sp>
      <p:sp>
        <p:nvSpPr>
          <p:cNvPr id="14" name="图形">
            <a:extLst>
              <a:ext uri="{FF2B5EF4-FFF2-40B4-BE49-F238E27FC236}">
                <a16:creationId xmlns:a16="http://schemas.microsoft.com/office/drawing/2014/main" id="{343F34DD-EA0B-4F0E-820F-A975982A14C7}"/>
              </a:ext>
            </a:extLst>
          </p:cNvPr>
          <p:cNvSpPr/>
          <p:nvPr/>
        </p:nvSpPr>
        <p:spPr>
          <a:xfrm>
            <a:off x="1271397" y="3589869"/>
            <a:ext cx="8947870" cy="1143000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95000"/>
              </a:schemeClr>
            </a:solidFill>
          </a:ln>
          <a:effectLst>
            <a:outerShdw blurRad="609600" dist="38100" dir="2700000" algn="tl" rotWithShape="0">
              <a:srgbClr val="6151DE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dirty="0">
              <a:solidFill>
                <a:schemeClr val="tx1"/>
              </a:solidFill>
              <a:effectLst>
                <a:outerShdw blurRad="50800" dist="38100" dir="2700000" algn="tl" rotWithShape="0">
                  <a:schemeClr val="bg1">
                    <a:alpha val="40000"/>
                  </a:schemeClr>
                </a:outerShdw>
              </a:effectLst>
              <a:cs typeface="+mn-ea"/>
              <a:sym typeface="+mn-lt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7FE5255-BD47-4899-A048-C5BD6D207DDA}"/>
              </a:ext>
            </a:extLst>
          </p:cNvPr>
          <p:cNvSpPr txBox="1"/>
          <p:nvPr/>
        </p:nvSpPr>
        <p:spPr>
          <a:xfrm>
            <a:off x="1271397" y="3623734"/>
            <a:ext cx="8640953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/>
              <a:t>М</a:t>
            </a:r>
            <a:r>
              <a:rPr lang="ru-RU" sz="2000" b="0" i="0" dirty="0">
                <a:effectLst/>
              </a:rPr>
              <a:t>ногоуровневые меню и большие объёмы учебного контента заставляют студентов и преподавателей тратить время на рутинную навигацию, что снижает эффективность образовательного процесса</a:t>
            </a:r>
            <a:endParaRPr lang="ru-RU" sz="2000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FB76AF35-6CBF-4E20-B323-3A42123A34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20603" y="2012491"/>
            <a:ext cx="707887" cy="707887"/>
          </a:xfrm>
          <a:prstGeom prst="rect">
            <a:avLst/>
          </a:prstGeom>
        </p:spPr>
      </p:pic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6948B977-327F-4D14-BB35-7A4342AA00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20602" y="3807425"/>
            <a:ext cx="707887" cy="707887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4">
            <a:extLst>
              <a:ext uri="{FF2B5EF4-FFF2-40B4-BE49-F238E27FC236}">
                <a16:creationId xmlns:a16="http://schemas.microsoft.com/office/drawing/2014/main" id="{81402BF9-67DD-4A2A-AE03-BF4F4889A35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524000" y="127001"/>
            <a:ext cx="9144000" cy="549275"/>
          </a:xfrm>
        </p:spPr>
        <p:txBody>
          <a:bodyPr>
            <a:noAutofit/>
          </a:bodyPr>
          <a:lstStyle/>
          <a:p>
            <a:pPr algn="ctr" eaLnBrk="1" hangingPunct="1"/>
            <a:r>
              <a:rPr lang="ru-RU" altLang="ru-RU" sz="3200" dirty="0"/>
              <a:t>Цели и задачи разработки </a:t>
            </a:r>
          </a:p>
        </p:txBody>
      </p:sp>
      <p:sp>
        <p:nvSpPr>
          <p:cNvPr id="6" name="Номер слайда 4">
            <a:extLst>
              <a:ext uri="{FF2B5EF4-FFF2-40B4-BE49-F238E27FC236}">
                <a16:creationId xmlns:a16="http://schemas.microsoft.com/office/drawing/2014/main" id="{1F93CC61-E1AC-4578-9888-FD0B914CDB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912350" y="6308726"/>
            <a:ext cx="755650" cy="549275"/>
          </a:xfrm>
        </p:spPr>
        <p:txBody>
          <a:bodyPr/>
          <a:lstStyle>
            <a:lvl1pPr marL="342900" indent="-3429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lvl="1" algn="ctr" eaLnBrk="1" hangingPunct="1"/>
            <a:fld id="{A0EC0D9B-2E3B-4C99-8ED9-B9FDC66DD1A4}" type="slidenum">
              <a:rPr lang="ru-RU" altLang="ru-RU"/>
              <a:pPr marL="0" lvl="1" algn="ctr" eaLnBrk="1" hangingPunct="1"/>
              <a:t>3</a:t>
            </a:fld>
            <a:endParaRPr lang="ru-RU" altLang="ru-RU">
              <a:latin typeface="Calibri" panose="020F0502020204030204" pitchFamily="34" charset="0"/>
            </a:endParaRPr>
          </a:p>
        </p:txBody>
      </p:sp>
      <p:sp>
        <p:nvSpPr>
          <p:cNvPr id="5" name="图形">
            <a:extLst>
              <a:ext uri="{FF2B5EF4-FFF2-40B4-BE49-F238E27FC236}">
                <a16:creationId xmlns:a16="http://schemas.microsoft.com/office/drawing/2014/main" id="{622B7DF5-0CB4-4EC4-AF24-636303BAE66E}"/>
              </a:ext>
            </a:extLst>
          </p:cNvPr>
          <p:cNvSpPr/>
          <p:nvPr/>
        </p:nvSpPr>
        <p:spPr>
          <a:xfrm>
            <a:off x="1456267" y="1617133"/>
            <a:ext cx="9067800" cy="549275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95000"/>
              </a:schemeClr>
            </a:solidFill>
          </a:ln>
          <a:effectLst>
            <a:outerShdw blurRad="609600" dist="38100" dir="2700000" algn="tl" rotWithShape="0">
              <a:srgbClr val="6151DE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dirty="0">
              <a:solidFill>
                <a:schemeClr val="tx1"/>
              </a:solidFill>
              <a:effectLst>
                <a:outerShdw blurRad="50800" dist="38100" dir="2700000" algn="tl" rotWithShape="0">
                  <a:schemeClr val="bg1">
                    <a:alpha val="40000"/>
                  </a:schemeClr>
                </a:outerShdw>
              </a:effectLst>
              <a:cs typeface="+mn-ea"/>
              <a:sym typeface="+mn-lt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E81ADCA-9049-4FB0-ABF8-5C423BC8BE9D}"/>
              </a:ext>
            </a:extLst>
          </p:cNvPr>
          <p:cNvSpPr txBox="1"/>
          <p:nvPr/>
        </p:nvSpPr>
        <p:spPr>
          <a:xfrm>
            <a:off x="1667933" y="1707104"/>
            <a:ext cx="80602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/>
              <a:t>С</a:t>
            </a:r>
            <a:r>
              <a:rPr lang="ru-RU" sz="2000" b="0" i="0" dirty="0">
                <a:effectLst/>
              </a:rPr>
              <a:t>окращение</a:t>
            </a:r>
            <a:r>
              <a:rPr lang="ru-RU" sz="2000" b="0" i="0" dirty="0">
                <a:effectLst/>
                <a:latin typeface="ui-sans-serif"/>
              </a:rPr>
              <a:t> времени на навигацию по образовательной платформе</a:t>
            </a:r>
            <a:endParaRPr lang="ru-RU" sz="20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CFB3FD4-EFFB-4BC7-BEB8-A4C59310D074}"/>
              </a:ext>
            </a:extLst>
          </p:cNvPr>
          <p:cNvSpPr txBox="1"/>
          <p:nvPr/>
        </p:nvSpPr>
        <p:spPr>
          <a:xfrm>
            <a:off x="1524000" y="1065496"/>
            <a:ext cx="2590800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600" dirty="0"/>
              <a:t>Цель</a:t>
            </a:r>
            <a:r>
              <a:rPr lang="en-US" sz="2600" dirty="0"/>
              <a:t>:</a:t>
            </a:r>
            <a:endParaRPr lang="ru-RU" sz="26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68649F8-C7F8-49AC-A084-B4FC31A7D969}"/>
              </a:ext>
            </a:extLst>
          </p:cNvPr>
          <p:cNvSpPr txBox="1"/>
          <p:nvPr/>
        </p:nvSpPr>
        <p:spPr>
          <a:xfrm>
            <a:off x="1524000" y="2614822"/>
            <a:ext cx="4605867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altLang="ru-RU" sz="2600" dirty="0"/>
              <a:t>Задачи разработки</a:t>
            </a:r>
            <a:r>
              <a:rPr lang="en-US" altLang="ru-RU" sz="2600" dirty="0"/>
              <a:t>:</a:t>
            </a:r>
            <a:endParaRPr lang="ru-RU" sz="2600" dirty="0"/>
          </a:p>
        </p:txBody>
      </p:sp>
      <p:sp>
        <p:nvSpPr>
          <p:cNvPr id="9" name="图形">
            <a:extLst>
              <a:ext uri="{FF2B5EF4-FFF2-40B4-BE49-F238E27FC236}">
                <a16:creationId xmlns:a16="http://schemas.microsoft.com/office/drawing/2014/main" id="{C72CF6E6-6F4D-48C4-B987-7A8D79392E9B}"/>
              </a:ext>
            </a:extLst>
          </p:cNvPr>
          <p:cNvSpPr/>
          <p:nvPr/>
        </p:nvSpPr>
        <p:spPr>
          <a:xfrm>
            <a:off x="1456267" y="3138205"/>
            <a:ext cx="10210800" cy="667597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95000"/>
              </a:schemeClr>
            </a:solidFill>
          </a:ln>
          <a:effectLst>
            <a:outerShdw blurRad="609600" dist="38100" dir="2700000" algn="tl" rotWithShape="0">
              <a:srgbClr val="6151DE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ru-RU" sz="2000" dirty="0">
                <a:solidFill>
                  <a:schemeClr val="tx1"/>
                </a:solidFill>
              </a:rPr>
              <a:t>Перевод голосовой команды в программную последовательность выбора элементов меню</a:t>
            </a:r>
            <a:endParaRPr lang="zh-CN" altLang="en-US" sz="2000" dirty="0">
              <a:solidFill>
                <a:schemeClr val="tx1"/>
              </a:solidFill>
              <a:sym typeface="+mn-lt"/>
            </a:endParaRPr>
          </a:p>
        </p:txBody>
      </p:sp>
      <p:sp>
        <p:nvSpPr>
          <p:cNvPr id="10" name="图形">
            <a:extLst>
              <a:ext uri="{FF2B5EF4-FFF2-40B4-BE49-F238E27FC236}">
                <a16:creationId xmlns:a16="http://schemas.microsoft.com/office/drawing/2014/main" id="{CE54417A-7A32-424E-B3D0-8197542FBADF}"/>
              </a:ext>
            </a:extLst>
          </p:cNvPr>
          <p:cNvSpPr/>
          <p:nvPr/>
        </p:nvSpPr>
        <p:spPr>
          <a:xfrm>
            <a:off x="1456267" y="3997606"/>
            <a:ext cx="10210800" cy="667597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95000"/>
              </a:schemeClr>
            </a:solidFill>
          </a:ln>
          <a:effectLst>
            <a:outerShdw blurRad="609600" dist="38100" dir="2700000" algn="tl" rotWithShape="0">
              <a:srgbClr val="6151DE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ru-RU" sz="2000" dirty="0">
                <a:solidFill>
                  <a:schemeClr val="tx1"/>
                </a:solidFill>
              </a:rPr>
              <a:t>Имитация действий пользователя голосовым ассистентом для автоматического и бесшовного перехода по образовательным разделам</a:t>
            </a:r>
            <a:endParaRPr lang="zh-CN" altLang="en-US" sz="2000" dirty="0">
              <a:solidFill>
                <a:schemeClr val="tx1"/>
              </a:solidFill>
              <a:sym typeface="+mn-lt"/>
            </a:endParaRPr>
          </a:p>
        </p:txBody>
      </p:sp>
      <p:sp>
        <p:nvSpPr>
          <p:cNvPr id="12" name="图形">
            <a:extLst>
              <a:ext uri="{FF2B5EF4-FFF2-40B4-BE49-F238E27FC236}">
                <a16:creationId xmlns:a16="http://schemas.microsoft.com/office/drawing/2014/main" id="{38917B78-5831-4DDC-97A1-EC896E2B8461}"/>
              </a:ext>
            </a:extLst>
          </p:cNvPr>
          <p:cNvSpPr/>
          <p:nvPr/>
        </p:nvSpPr>
        <p:spPr>
          <a:xfrm>
            <a:off x="753533" y="3997607"/>
            <a:ext cx="635000" cy="667596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95000"/>
              </a:schemeClr>
            </a:solidFill>
          </a:ln>
          <a:effectLst>
            <a:outerShdw blurRad="609600" dist="38100" dir="2700000" algn="tl" rotWithShape="0">
              <a:srgbClr val="6151DE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dirty="0">
                <a:solidFill>
                  <a:schemeClr val="tx1"/>
                </a:solidFill>
                <a:latin typeface="ui-sans-serif"/>
                <a:cs typeface="+mn-ea"/>
                <a:sym typeface="+mn-lt"/>
              </a:rPr>
              <a:t>2</a:t>
            </a:r>
            <a:endParaRPr lang="zh-CN" altLang="en-US" dirty="0">
              <a:solidFill>
                <a:schemeClr val="tx1"/>
              </a:solidFill>
              <a:effectLst>
                <a:outerShdw blurRad="50800" dist="38100" dir="2700000" algn="tl" rotWithShape="0">
                  <a:schemeClr val="bg1">
                    <a:alpha val="40000"/>
                  </a:schemeClr>
                </a:outerShdw>
              </a:effectLst>
              <a:cs typeface="+mn-ea"/>
              <a:sym typeface="+mn-lt"/>
            </a:endParaRPr>
          </a:p>
        </p:txBody>
      </p:sp>
      <p:sp>
        <p:nvSpPr>
          <p:cNvPr id="13" name="图形">
            <a:extLst>
              <a:ext uri="{FF2B5EF4-FFF2-40B4-BE49-F238E27FC236}">
                <a16:creationId xmlns:a16="http://schemas.microsoft.com/office/drawing/2014/main" id="{C68270C9-27D2-486D-AC57-BD4A58204852}"/>
              </a:ext>
            </a:extLst>
          </p:cNvPr>
          <p:cNvSpPr/>
          <p:nvPr/>
        </p:nvSpPr>
        <p:spPr>
          <a:xfrm>
            <a:off x="753533" y="3138207"/>
            <a:ext cx="635000" cy="667596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95000"/>
              </a:schemeClr>
            </a:solidFill>
          </a:ln>
          <a:effectLst>
            <a:outerShdw blurRad="609600" dist="38100" dir="2700000" algn="tl" rotWithShape="0">
              <a:srgbClr val="6151DE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dirty="0">
                <a:solidFill>
                  <a:schemeClr val="tx1"/>
                </a:solidFill>
                <a:latin typeface="ui-sans-serif"/>
                <a:cs typeface="+mn-ea"/>
                <a:sym typeface="+mn-lt"/>
              </a:rPr>
              <a:t>1</a:t>
            </a:r>
            <a:endParaRPr lang="zh-CN" altLang="en-US" dirty="0">
              <a:solidFill>
                <a:schemeClr val="tx1"/>
              </a:solidFill>
              <a:effectLst>
                <a:outerShdw blurRad="50800" dist="38100" dir="2700000" algn="tl" rotWithShape="0">
                  <a:schemeClr val="bg1">
                    <a:alpha val="40000"/>
                  </a:schemeClr>
                </a:outerShdw>
              </a:effectLst>
              <a:cs typeface="+mn-ea"/>
              <a:sym typeface="+mn-lt"/>
            </a:endParaRPr>
          </a:p>
        </p:txBody>
      </p:sp>
    </p:spTree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4">
            <a:extLst>
              <a:ext uri="{FF2B5EF4-FFF2-40B4-BE49-F238E27FC236}">
                <a16:creationId xmlns:a16="http://schemas.microsoft.com/office/drawing/2014/main" id="{66CF3CDF-0F84-4651-8A9F-CC19808F966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524000" y="0"/>
            <a:ext cx="9144000" cy="1143000"/>
          </a:xfrm>
        </p:spPr>
        <p:txBody>
          <a:bodyPr>
            <a:normAutofit/>
          </a:bodyPr>
          <a:lstStyle/>
          <a:p>
            <a:pPr algn="ctr"/>
            <a:r>
              <a:rPr lang="ru-RU" altLang="ru-RU" sz="3200" dirty="0"/>
              <a:t>Постановка задачи</a:t>
            </a:r>
          </a:p>
        </p:txBody>
      </p:sp>
      <p:sp>
        <p:nvSpPr>
          <p:cNvPr id="6" name="Номер слайда 4">
            <a:extLst>
              <a:ext uri="{FF2B5EF4-FFF2-40B4-BE49-F238E27FC236}">
                <a16:creationId xmlns:a16="http://schemas.microsoft.com/office/drawing/2014/main" id="{A3930EDB-C367-4A49-9333-718A2D303E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912350" y="6308726"/>
            <a:ext cx="755650" cy="549275"/>
          </a:xfrm>
        </p:spPr>
        <p:txBody>
          <a:bodyPr/>
          <a:lstStyle>
            <a:lvl1pPr marL="342900" indent="-3429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lvl="1" algn="ctr" eaLnBrk="1" hangingPunct="1"/>
            <a:fld id="{A5BB4BF9-1406-4C0C-B55A-3050AE55AF7F}" type="slidenum">
              <a:rPr lang="ru-RU" altLang="ru-RU"/>
              <a:pPr marL="0" lvl="1" algn="ctr" eaLnBrk="1" hangingPunct="1"/>
              <a:t>4</a:t>
            </a:fld>
            <a:endParaRPr lang="ru-RU" altLang="ru-RU" dirty="0">
              <a:latin typeface="Calibri" panose="020F0502020204030204" pitchFamily="34" charset="0"/>
            </a:endParaRPr>
          </a:p>
        </p:txBody>
      </p:sp>
      <p:sp>
        <p:nvSpPr>
          <p:cNvPr id="7" name="图形">
            <a:extLst>
              <a:ext uri="{FF2B5EF4-FFF2-40B4-BE49-F238E27FC236}">
                <a16:creationId xmlns:a16="http://schemas.microsoft.com/office/drawing/2014/main" id="{A5F9F21F-68D0-42FC-8503-92AC752B9A0E}"/>
              </a:ext>
            </a:extLst>
          </p:cNvPr>
          <p:cNvSpPr/>
          <p:nvPr/>
        </p:nvSpPr>
        <p:spPr>
          <a:xfrm>
            <a:off x="1456267" y="1617133"/>
            <a:ext cx="9143998" cy="549275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95000"/>
              </a:schemeClr>
            </a:solidFill>
          </a:ln>
          <a:effectLst>
            <a:outerShdw blurRad="609600" dist="38100" dir="2700000" algn="tl" rotWithShape="0">
              <a:srgbClr val="6151DE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dirty="0">
              <a:solidFill>
                <a:schemeClr val="tx1"/>
              </a:solidFill>
              <a:effectLst>
                <a:outerShdw blurRad="50800" dist="38100" dir="2700000" algn="tl" rotWithShape="0">
                  <a:schemeClr val="bg1">
                    <a:alpha val="40000"/>
                  </a:schemeClr>
                </a:outerShdw>
              </a:effectLst>
              <a:cs typeface="+mn-ea"/>
              <a:sym typeface="+mn-lt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C9FE083-1ADA-4D8C-8942-6B8AE3E35BCA}"/>
              </a:ext>
            </a:extLst>
          </p:cNvPr>
          <p:cNvSpPr txBox="1"/>
          <p:nvPr/>
        </p:nvSpPr>
        <p:spPr>
          <a:xfrm>
            <a:off x="1667933" y="1707104"/>
            <a:ext cx="80602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/>
              <a:t>С</a:t>
            </a:r>
            <a:r>
              <a:rPr lang="ru-RU" sz="2000" b="0" i="0" dirty="0">
                <a:effectLst/>
              </a:rPr>
              <a:t>окращение времени на навигацию по образовательной платформе</a:t>
            </a:r>
            <a:endParaRPr lang="ru-RU" sz="20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CA08555-8257-41E6-B219-186556666F12}"/>
              </a:ext>
            </a:extLst>
          </p:cNvPr>
          <p:cNvSpPr txBox="1"/>
          <p:nvPr/>
        </p:nvSpPr>
        <p:spPr>
          <a:xfrm>
            <a:off x="1524000" y="1065496"/>
            <a:ext cx="2590800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600" dirty="0"/>
              <a:t>Цель</a:t>
            </a:r>
            <a:r>
              <a:rPr lang="en-US" sz="2600" dirty="0"/>
              <a:t>:</a:t>
            </a:r>
            <a:endParaRPr lang="ru-RU" sz="26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2476C4C-5B3F-4575-9A95-95050BAC91F4}"/>
              </a:ext>
            </a:extLst>
          </p:cNvPr>
          <p:cNvSpPr txBox="1"/>
          <p:nvPr/>
        </p:nvSpPr>
        <p:spPr>
          <a:xfrm>
            <a:off x="1523999" y="2586434"/>
            <a:ext cx="6510867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600" dirty="0"/>
              <a:t>Система для решения следующих задач</a:t>
            </a:r>
            <a:r>
              <a:rPr lang="en-US" sz="2600" dirty="0"/>
              <a:t>:</a:t>
            </a:r>
            <a:endParaRPr lang="ru-RU" sz="2600" dirty="0"/>
          </a:p>
        </p:txBody>
      </p:sp>
      <p:sp>
        <p:nvSpPr>
          <p:cNvPr id="12" name="图形">
            <a:extLst>
              <a:ext uri="{FF2B5EF4-FFF2-40B4-BE49-F238E27FC236}">
                <a16:creationId xmlns:a16="http://schemas.microsoft.com/office/drawing/2014/main" id="{01CB15F1-06F0-41A3-840C-F23DA85092BB}"/>
              </a:ext>
            </a:extLst>
          </p:cNvPr>
          <p:cNvSpPr/>
          <p:nvPr/>
        </p:nvSpPr>
        <p:spPr>
          <a:xfrm>
            <a:off x="1456267" y="3354460"/>
            <a:ext cx="9143998" cy="549275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95000"/>
              </a:schemeClr>
            </a:solidFill>
          </a:ln>
          <a:effectLst>
            <a:outerShdw blurRad="609600" dist="38100" dir="2700000" algn="tl" rotWithShape="0">
              <a:srgbClr val="6151DE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2000" dirty="0">
                <a:solidFill>
                  <a:schemeClr val="tx1"/>
                </a:solidFill>
              </a:rPr>
              <a:t>Обучение с применением голосового ИИ-ассистента</a:t>
            </a:r>
          </a:p>
        </p:txBody>
      </p:sp>
      <p:sp>
        <p:nvSpPr>
          <p:cNvPr id="13" name="图形">
            <a:extLst>
              <a:ext uri="{FF2B5EF4-FFF2-40B4-BE49-F238E27FC236}">
                <a16:creationId xmlns:a16="http://schemas.microsoft.com/office/drawing/2014/main" id="{42596A6E-9F4A-4EDF-BDFE-B993E291A083}"/>
              </a:ext>
            </a:extLst>
          </p:cNvPr>
          <p:cNvSpPr/>
          <p:nvPr/>
        </p:nvSpPr>
        <p:spPr>
          <a:xfrm>
            <a:off x="1456267" y="4118055"/>
            <a:ext cx="9143998" cy="549275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95000"/>
              </a:schemeClr>
            </a:solidFill>
          </a:ln>
          <a:effectLst>
            <a:outerShdw blurRad="609600" dist="38100" dir="2700000" algn="tl" rotWithShape="0">
              <a:srgbClr val="6151DE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2000" dirty="0">
                <a:solidFill>
                  <a:schemeClr val="tx1"/>
                </a:solidFill>
              </a:rPr>
              <a:t>Навигация по образовательной платформе и содержимому курсов</a:t>
            </a:r>
          </a:p>
        </p:txBody>
      </p:sp>
      <p:sp>
        <p:nvSpPr>
          <p:cNvPr id="14" name="图形">
            <a:extLst>
              <a:ext uri="{FF2B5EF4-FFF2-40B4-BE49-F238E27FC236}">
                <a16:creationId xmlns:a16="http://schemas.microsoft.com/office/drawing/2014/main" id="{70A8A172-50B9-46BE-9735-B1A07E7B7923}"/>
              </a:ext>
            </a:extLst>
          </p:cNvPr>
          <p:cNvSpPr/>
          <p:nvPr/>
        </p:nvSpPr>
        <p:spPr>
          <a:xfrm>
            <a:off x="1456267" y="4881650"/>
            <a:ext cx="9143998" cy="549275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95000"/>
              </a:schemeClr>
            </a:solidFill>
          </a:ln>
          <a:effectLst>
            <a:outerShdw blurRad="609600" dist="38100" dir="2700000" algn="tl" rotWithShape="0">
              <a:srgbClr val="6151DE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2000" dirty="0">
                <a:solidFill>
                  <a:schemeClr val="tx1"/>
                </a:solidFill>
              </a:rPr>
              <a:t>Управление проверкой домашних заданий</a:t>
            </a:r>
          </a:p>
        </p:txBody>
      </p:sp>
      <p:sp>
        <p:nvSpPr>
          <p:cNvPr id="15" name="图形">
            <a:extLst>
              <a:ext uri="{FF2B5EF4-FFF2-40B4-BE49-F238E27FC236}">
                <a16:creationId xmlns:a16="http://schemas.microsoft.com/office/drawing/2014/main" id="{71387604-1C81-4513-9E1D-CC92B67D61F0}"/>
              </a:ext>
            </a:extLst>
          </p:cNvPr>
          <p:cNvSpPr/>
          <p:nvPr/>
        </p:nvSpPr>
        <p:spPr>
          <a:xfrm>
            <a:off x="1456266" y="5645243"/>
            <a:ext cx="9143999" cy="549275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95000"/>
              </a:schemeClr>
            </a:solidFill>
          </a:ln>
          <a:effectLst>
            <a:outerShdw blurRad="609600" dist="38100" dir="2700000" algn="tl" rotWithShape="0">
              <a:srgbClr val="6151DE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2000" dirty="0">
                <a:solidFill>
                  <a:schemeClr val="tx1"/>
                </a:solidFill>
              </a:rPr>
              <a:t>Аналитика пользовательской активности при работе с голосовым ИИ-ассистентом</a:t>
            </a:r>
          </a:p>
        </p:txBody>
      </p:sp>
      <p:sp>
        <p:nvSpPr>
          <p:cNvPr id="16" name="图形">
            <a:extLst>
              <a:ext uri="{FF2B5EF4-FFF2-40B4-BE49-F238E27FC236}">
                <a16:creationId xmlns:a16="http://schemas.microsoft.com/office/drawing/2014/main" id="{52B15023-AFAE-47BD-AC15-FFB319EF7A00}"/>
              </a:ext>
            </a:extLst>
          </p:cNvPr>
          <p:cNvSpPr/>
          <p:nvPr/>
        </p:nvSpPr>
        <p:spPr>
          <a:xfrm>
            <a:off x="778933" y="3354460"/>
            <a:ext cx="584200" cy="549275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95000"/>
              </a:schemeClr>
            </a:solidFill>
          </a:ln>
          <a:effectLst>
            <a:outerShdw blurRad="609600" dist="38100" dir="2700000" algn="tl" rotWithShape="0">
              <a:srgbClr val="6151DE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dirty="0">
                <a:solidFill>
                  <a:schemeClr val="tx1"/>
                </a:solidFill>
                <a:latin typeface="ui-sans-serif"/>
                <a:cs typeface="+mn-ea"/>
                <a:sym typeface="+mn-lt"/>
              </a:rPr>
              <a:t>1</a:t>
            </a:r>
            <a:endParaRPr lang="zh-CN" altLang="en-US" dirty="0">
              <a:solidFill>
                <a:schemeClr val="tx1"/>
              </a:solidFill>
              <a:effectLst>
                <a:outerShdw blurRad="50800" dist="38100" dir="2700000" algn="tl" rotWithShape="0">
                  <a:schemeClr val="bg1">
                    <a:alpha val="40000"/>
                  </a:schemeClr>
                </a:outerShdw>
              </a:effectLst>
              <a:cs typeface="+mn-ea"/>
              <a:sym typeface="+mn-lt"/>
            </a:endParaRPr>
          </a:p>
        </p:txBody>
      </p:sp>
      <p:sp>
        <p:nvSpPr>
          <p:cNvPr id="17" name="图形">
            <a:extLst>
              <a:ext uri="{FF2B5EF4-FFF2-40B4-BE49-F238E27FC236}">
                <a16:creationId xmlns:a16="http://schemas.microsoft.com/office/drawing/2014/main" id="{229DAAD8-3251-4350-B63E-15F871735EEC}"/>
              </a:ext>
            </a:extLst>
          </p:cNvPr>
          <p:cNvSpPr/>
          <p:nvPr/>
        </p:nvSpPr>
        <p:spPr>
          <a:xfrm>
            <a:off x="778933" y="4118055"/>
            <a:ext cx="584200" cy="549275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95000"/>
              </a:schemeClr>
            </a:solidFill>
          </a:ln>
          <a:effectLst>
            <a:outerShdw blurRad="609600" dist="38100" dir="2700000" algn="tl" rotWithShape="0">
              <a:srgbClr val="6151DE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ru-RU" altLang="zh-CN" dirty="0">
                <a:solidFill>
                  <a:schemeClr val="tx1"/>
                </a:solidFill>
                <a:latin typeface="ui-sans-serif"/>
                <a:cs typeface="+mn-ea"/>
                <a:sym typeface="+mn-lt"/>
              </a:rPr>
              <a:t>2</a:t>
            </a:r>
            <a:endParaRPr lang="zh-CN" altLang="en-US" dirty="0">
              <a:solidFill>
                <a:schemeClr val="tx1"/>
              </a:solidFill>
              <a:effectLst>
                <a:outerShdw blurRad="50800" dist="38100" dir="2700000" algn="tl" rotWithShape="0">
                  <a:schemeClr val="bg1">
                    <a:alpha val="40000"/>
                  </a:schemeClr>
                </a:outerShdw>
              </a:effectLst>
              <a:cs typeface="+mn-ea"/>
              <a:sym typeface="+mn-lt"/>
            </a:endParaRPr>
          </a:p>
        </p:txBody>
      </p:sp>
      <p:sp>
        <p:nvSpPr>
          <p:cNvPr id="18" name="图形">
            <a:extLst>
              <a:ext uri="{FF2B5EF4-FFF2-40B4-BE49-F238E27FC236}">
                <a16:creationId xmlns:a16="http://schemas.microsoft.com/office/drawing/2014/main" id="{EF271FAA-B25D-4795-93E5-DFADA38C3702}"/>
              </a:ext>
            </a:extLst>
          </p:cNvPr>
          <p:cNvSpPr/>
          <p:nvPr/>
        </p:nvSpPr>
        <p:spPr>
          <a:xfrm>
            <a:off x="783166" y="4881649"/>
            <a:ext cx="584200" cy="549275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95000"/>
              </a:schemeClr>
            </a:solidFill>
          </a:ln>
          <a:effectLst>
            <a:outerShdw blurRad="609600" dist="38100" dir="2700000" algn="tl" rotWithShape="0">
              <a:srgbClr val="6151DE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ru-RU" altLang="zh-CN" dirty="0">
                <a:solidFill>
                  <a:schemeClr val="tx1"/>
                </a:solidFill>
                <a:latin typeface="ui-sans-serif"/>
                <a:cs typeface="+mn-ea"/>
                <a:sym typeface="+mn-lt"/>
              </a:rPr>
              <a:t>3</a:t>
            </a:r>
            <a:endParaRPr lang="zh-CN" altLang="en-US" dirty="0">
              <a:solidFill>
                <a:schemeClr val="tx1"/>
              </a:solidFill>
              <a:effectLst>
                <a:outerShdw blurRad="50800" dist="38100" dir="2700000" algn="tl" rotWithShape="0">
                  <a:schemeClr val="bg1">
                    <a:alpha val="40000"/>
                  </a:schemeClr>
                </a:outerShdw>
              </a:effectLst>
              <a:cs typeface="+mn-ea"/>
              <a:sym typeface="+mn-lt"/>
            </a:endParaRPr>
          </a:p>
        </p:txBody>
      </p:sp>
      <p:sp>
        <p:nvSpPr>
          <p:cNvPr id="19" name="图形">
            <a:extLst>
              <a:ext uri="{FF2B5EF4-FFF2-40B4-BE49-F238E27FC236}">
                <a16:creationId xmlns:a16="http://schemas.microsoft.com/office/drawing/2014/main" id="{A43F8D53-4565-46A3-951D-65E63ABB62D9}"/>
              </a:ext>
            </a:extLst>
          </p:cNvPr>
          <p:cNvSpPr/>
          <p:nvPr/>
        </p:nvSpPr>
        <p:spPr>
          <a:xfrm>
            <a:off x="778933" y="5645242"/>
            <a:ext cx="584200" cy="549275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95000"/>
              </a:schemeClr>
            </a:solidFill>
          </a:ln>
          <a:effectLst>
            <a:outerShdw blurRad="609600" dist="38100" dir="2700000" algn="tl" rotWithShape="0">
              <a:srgbClr val="6151DE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ru-RU" altLang="zh-CN" dirty="0">
                <a:solidFill>
                  <a:schemeClr val="tx1"/>
                </a:solidFill>
                <a:latin typeface="ui-sans-serif"/>
                <a:cs typeface="+mn-ea"/>
                <a:sym typeface="+mn-lt"/>
              </a:rPr>
              <a:t>4</a:t>
            </a:r>
            <a:endParaRPr lang="zh-CN" altLang="en-US" dirty="0">
              <a:solidFill>
                <a:schemeClr val="tx1"/>
              </a:solidFill>
              <a:effectLst>
                <a:outerShdw blurRad="50800" dist="38100" dir="2700000" algn="tl" rotWithShape="0">
                  <a:schemeClr val="bg1">
                    <a:alpha val="40000"/>
                  </a:schemeClr>
                </a:outerShdw>
              </a:effectLst>
              <a:cs typeface="+mn-ea"/>
              <a:sym typeface="+mn-lt"/>
            </a:endParaRPr>
          </a:p>
        </p:txBody>
      </p:sp>
      <p:sp>
        <p:nvSpPr>
          <p:cNvPr id="28" name="图形">
            <a:extLst>
              <a:ext uri="{FF2B5EF4-FFF2-40B4-BE49-F238E27FC236}">
                <a16:creationId xmlns:a16="http://schemas.microsoft.com/office/drawing/2014/main" id="{64BBCF3B-593A-46B6-8200-F7A568EA4C84}"/>
              </a:ext>
            </a:extLst>
          </p:cNvPr>
          <p:cNvSpPr/>
          <p:nvPr/>
        </p:nvSpPr>
        <p:spPr>
          <a:xfrm>
            <a:off x="778933" y="1617133"/>
            <a:ext cx="584200" cy="549275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95000"/>
              </a:schemeClr>
            </a:solidFill>
          </a:ln>
          <a:effectLst>
            <a:outerShdw blurRad="609600" dist="38100" dir="2700000" algn="tl" rotWithShape="0">
              <a:srgbClr val="6151DE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dirty="0">
              <a:solidFill>
                <a:schemeClr val="tx1"/>
              </a:solidFill>
              <a:effectLst>
                <a:outerShdw blurRad="50800" dist="38100" dir="2700000" algn="tl" rotWithShape="0">
                  <a:schemeClr val="bg1">
                    <a:alpha val="40000"/>
                  </a:schemeClr>
                </a:outerShdw>
              </a:effectLst>
              <a:cs typeface="+mn-ea"/>
              <a:sym typeface="+mn-lt"/>
            </a:endParaRP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20CB5904-E8D3-44C4-B946-35B35ED72C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5998" y="1692124"/>
            <a:ext cx="430070" cy="430070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05622B6F-3C0A-4D47-9F54-DF470750C4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320" y="618125"/>
            <a:ext cx="2519680" cy="355542"/>
          </a:xfrm>
          <a:prstGeom prst="rect">
            <a:avLst/>
          </a:prstGeom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7595CC17-A47D-48B6-9A6A-053C00475D05}"/>
              </a:ext>
            </a:extLst>
          </p:cNvPr>
          <p:cNvSpPr txBox="1"/>
          <p:nvPr/>
        </p:nvSpPr>
        <p:spPr>
          <a:xfrm>
            <a:off x="0" y="485563"/>
            <a:ext cx="12191999" cy="5355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</a:pPr>
            <a:r>
              <a:rPr lang="ru-RU" sz="3200" dirty="0">
                <a:latin typeface="+mj-lt"/>
                <a:ea typeface="+mj-ea"/>
                <a:cs typeface="+mj-cs"/>
              </a:rPr>
              <a:t>Существующие способы решения и аналоги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C1A19802-8168-4139-8AE3-FEA2C46F1C30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7195" y="2065667"/>
            <a:ext cx="808367" cy="808367"/>
          </a:xfrm>
          <a:prstGeom prst="rect">
            <a:avLst/>
          </a:prstGeom>
        </p:spPr>
      </p:pic>
      <p:sp>
        <p:nvSpPr>
          <p:cNvPr id="15" name="图形">
            <a:extLst>
              <a:ext uri="{FF2B5EF4-FFF2-40B4-BE49-F238E27FC236}">
                <a16:creationId xmlns:a16="http://schemas.microsoft.com/office/drawing/2014/main" id="{E3B86EF0-621B-42B0-B5E7-B6519202CFCC}"/>
              </a:ext>
            </a:extLst>
          </p:cNvPr>
          <p:cNvSpPr/>
          <p:nvPr/>
        </p:nvSpPr>
        <p:spPr>
          <a:xfrm>
            <a:off x="1722365" y="2118483"/>
            <a:ext cx="10120382" cy="702733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95000"/>
              </a:schemeClr>
            </a:solidFill>
          </a:ln>
          <a:effectLst>
            <a:outerShdw blurRad="609600" dist="38100" dir="2700000" algn="tl" rotWithShape="0">
              <a:srgbClr val="6151DE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ru-RU" altLang="zh-CN" sz="2000" dirty="0">
                <a:solidFill>
                  <a:schemeClr val="tx1"/>
                </a:solidFill>
                <a:effectLst>
                  <a:outerShdw blurRad="50800" dist="38100" dir="2700000" algn="tl" rotWithShape="0">
                    <a:schemeClr val="bg1">
                      <a:alpha val="40000"/>
                    </a:schemeClr>
                  </a:outerShdw>
                </a:effectLst>
                <a:cs typeface="+mn-ea"/>
                <a:sym typeface="+mn-lt"/>
              </a:rPr>
              <a:t>Алиса в Яндекс Учебник – это обучающий ИИ-ассистент на базе генеративных сетей Яндекса для школьников и преподавателей информатики</a:t>
            </a:r>
            <a:endParaRPr lang="zh-CN" altLang="en-US" sz="2000" dirty="0">
              <a:solidFill>
                <a:schemeClr val="tx1"/>
              </a:solidFill>
              <a:effectLst>
                <a:outerShdw blurRad="50800" dist="38100" dir="2700000" algn="tl" rotWithShape="0">
                  <a:schemeClr val="bg1">
                    <a:alpha val="40000"/>
                  </a:schemeClr>
                </a:outerShdw>
              </a:effectLst>
              <a:cs typeface="+mn-ea"/>
              <a:sym typeface="+mn-lt"/>
            </a:endParaRP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39811A24-7165-4DDD-9BA0-8D3665BFA299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2402" y="3294398"/>
            <a:ext cx="1377951" cy="1199965"/>
          </a:xfrm>
          <a:prstGeom prst="rect">
            <a:avLst/>
          </a:prstGeom>
        </p:spPr>
      </p:pic>
      <p:sp>
        <p:nvSpPr>
          <p:cNvPr id="18" name="图形">
            <a:extLst>
              <a:ext uri="{FF2B5EF4-FFF2-40B4-BE49-F238E27FC236}">
                <a16:creationId xmlns:a16="http://schemas.microsoft.com/office/drawing/2014/main" id="{EF45FDD1-07C9-486E-8834-FC38C76B4FF9}"/>
              </a:ext>
            </a:extLst>
          </p:cNvPr>
          <p:cNvSpPr/>
          <p:nvPr/>
        </p:nvSpPr>
        <p:spPr>
          <a:xfrm>
            <a:off x="1722365" y="3543013"/>
            <a:ext cx="10120382" cy="702733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95000"/>
              </a:schemeClr>
            </a:solidFill>
          </a:ln>
          <a:effectLst>
            <a:outerShdw blurRad="609600" dist="38100" dir="2700000" algn="tl" rotWithShape="0">
              <a:srgbClr val="6151DE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ru-RU" altLang="zh-CN" sz="2000" dirty="0">
                <a:solidFill>
                  <a:schemeClr val="tx1"/>
                </a:solidFill>
                <a:effectLst>
                  <a:outerShdw blurRad="50800" dist="38100" dir="2700000" algn="tl" rotWithShape="0">
                    <a:schemeClr val="bg1">
                      <a:alpha val="40000"/>
                    </a:schemeClr>
                  </a:outerShdw>
                </a:effectLst>
                <a:cs typeface="+mn-ea"/>
                <a:sym typeface="+mn-lt"/>
              </a:rPr>
              <a:t>Виртуальный ассистент </a:t>
            </a:r>
            <a:r>
              <a:rPr lang="ru-RU" altLang="zh-CN" sz="2000" dirty="0" err="1">
                <a:solidFill>
                  <a:schemeClr val="tx1"/>
                </a:solidFill>
                <a:effectLst>
                  <a:outerShdw blurRad="50800" dist="38100" dir="2700000" algn="tl" rotWithShape="0">
                    <a:schemeClr val="bg1">
                      <a:alpha val="40000"/>
                    </a:schemeClr>
                  </a:outerShdw>
                </a:effectLst>
                <a:cs typeface="+mn-ea"/>
                <a:sym typeface="+mn-lt"/>
              </a:rPr>
              <a:t>Сбера</a:t>
            </a:r>
            <a:r>
              <a:rPr lang="ru-RU" altLang="zh-CN" sz="2000" dirty="0">
                <a:solidFill>
                  <a:schemeClr val="tx1"/>
                </a:solidFill>
                <a:effectLst>
                  <a:outerShdw blurRad="50800" dist="38100" dir="2700000" algn="tl" rotWithShape="0">
                    <a:schemeClr val="bg1">
                      <a:alpha val="40000"/>
                    </a:schemeClr>
                  </a:outerShdw>
                </a:effectLst>
                <a:cs typeface="+mn-ea"/>
                <a:sym typeface="+mn-lt"/>
              </a:rPr>
              <a:t> </a:t>
            </a:r>
            <a:r>
              <a:rPr lang="ru-RU" altLang="zh-CN" sz="2000" dirty="0" err="1">
                <a:solidFill>
                  <a:schemeClr val="tx1"/>
                </a:solidFill>
                <a:effectLst>
                  <a:outerShdw blurRad="50800" dist="38100" dir="2700000" algn="tl" rotWithShape="0">
                    <a:schemeClr val="bg1">
                      <a:alpha val="40000"/>
                    </a:schemeClr>
                  </a:outerShdw>
                </a:effectLst>
                <a:cs typeface="+mn-ea"/>
                <a:sym typeface="+mn-lt"/>
              </a:rPr>
              <a:t>СберКот</a:t>
            </a:r>
            <a:r>
              <a:rPr lang="ru-RU" altLang="zh-CN" sz="2000" dirty="0">
                <a:solidFill>
                  <a:schemeClr val="tx1"/>
                </a:solidFill>
                <a:effectLst>
                  <a:outerShdw blurRad="50800" dist="38100" dir="2700000" algn="tl" rotWithShape="0">
                    <a:schemeClr val="bg1">
                      <a:alpha val="40000"/>
                    </a:schemeClr>
                  </a:outerShdw>
                </a:effectLst>
                <a:cs typeface="+mn-ea"/>
                <a:sym typeface="+mn-lt"/>
              </a:rPr>
              <a:t> для детей 6–13 лет на базе </a:t>
            </a:r>
            <a:r>
              <a:rPr lang="ru-RU" altLang="zh-CN" sz="2000" dirty="0" err="1">
                <a:solidFill>
                  <a:schemeClr val="tx1"/>
                </a:solidFill>
                <a:effectLst>
                  <a:outerShdw blurRad="50800" dist="38100" dir="2700000" algn="tl" rotWithShape="0">
                    <a:schemeClr val="bg1">
                      <a:alpha val="40000"/>
                    </a:schemeClr>
                  </a:outerShdw>
                </a:effectLst>
                <a:cs typeface="+mn-ea"/>
                <a:sym typeface="+mn-lt"/>
              </a:rPr>
              <a:t>GigaChat</a:t>
            </a:r>
            <a:r>
              <a:rPr lang="ru-RU" altLang="zh-CN" sz="2000" dirty="0">
                <a:solidFill>
                  <a:schemeClr val="tx1"/>
                </a:solidFill>
                <a:effectLst>
                  <a:outerShdw blurRad="50800" dist="38100" dir="2700000" algn="tl" rotWithShape="0">
                    <a:schemeClr val="bg1">
                      <a:alpha val="40000"/>
                    </a:schemeClr>
                  </a:outerShdw>
                </a:effectLst>
                <a:cs typeface="+mn-ea"/>
                <a:sym typeface="+mn-lt"/>
              </a:rPr>
              <a:t>, озвучание через </a:t>
            </a:r>
            <a:r>
              <a:rPr lang="ru-RU" altLang="zh-CN" sz="2000" dirty="0" err="1">
                <a:solidFill>
                  <a:schemeClr val="tx1"/>
                </a:solidFill>
                <a:effectLst>
                  <a:outerShdw blurRad="50800" dist="38100" dir="2700000" algn="tl" rotWithShape="0">
                    <a:schemeClr val="bg1">
                      <a:alpha val="40000"/>
                    </a:schemeClr>
                  </a:outerShdw>
                </a:effectLst>
                <a:cs typeface="+mn-ea"/>
                <a:sym typeface="+mn-lt"/>
              </a:rPr>
              <a:t>SaluteSpeech</a:t>
            </a:r>
            <a:endParaRPr lang="zh-CN" altLang="en-US" sz="2000" dirty="0">
              <a:solidFill>
                <a:schemeClr val="tx1"/>
              </a:solidFill>
              <a:effectLst>
                <a:outerShdw blurRad="50800" dist="38100" dir="2700000" algn="tl" rotWithShape="0">
                  <a:schemeClr val="bg1">
                    <a:alpha val="40000"/>
                  </a:schemeClr>
                </a:outerShdw>
              </a:effectLst>
              <a:cs typeface="+mn-ea"/>
              <a:sym typeface="+mn-lt"/>
            </a:endParaRPr>
          </a:p>
        </p:txBody>
      </p:sp>
      <p:sp>
        <p:nvSpPr>
          <p:cNvPr id="25" name="图形">
            <a:extLst>
              <a:ext uri="{FF2B5EF4-FFF2-40B4-BE49-F238E27FC236}">
                <a16:creationId xmlns:a16="http://schemas.microsoft.com/office/drawing/2014/main" id="{2F50C52B-1C23-44D0-A1ED-0781733EC4EC}"/>
              </a:ext>
            </a:extLst>
          </p:cNvPr>
          <p:cNvSpPr/>
          <p:nvPr/>
        </p:nvSpPr>
        <p:spPr>
          <a:xfrm>
            <a:off x="1722365" y="5005966"/>
            <a:ext cx="10120382" cy="702733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95000"/>
              </a:schemeClr>
            </a:solidFill>
          </a:ln>
          <a:effectLst>
            <a:outerShdw blurRad="609600" dist="38100" dir="2700000" algn="tl" rotWithShape="0">
              <a:srgbClr val="6151DE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ru-RU" altLang="zh-CN" sz="2000" dirty="0">
                <a:solidFill>
                  <a:schemeClr val="tx1"/>
                </a:solidFill>
                <a:effectLst>
                  <a:outerShdw blurRad="50800" dist="38100" dir="2700000" algn="tl" rotWithShape="0">
                    <a:schemeClr val="bg1">
                      <a:alpha val="40000"/>
                    </a:schemeClr>
                  </a:outerShdw>
                </a:effectLst>
                <a:cs typeface="+mn-ea"/>
                <a:sym typeface="+mn-lt"/>
              </a:rPr>
              <a:t>Маруся Голосовой помощник на базе ИИ VK, интегрированный в сервисы </a:t>
            </a:r>
            <a:r>
              <a:rPr lang="ru-RU" altLang="zh-CN" sz="2000" dirty="0" err="1">
                <a:solidFill>
                  <a:schemeClr val="tx1"/>
                </a:solidFill>
                <a:effectLst>
                  <a:outerShdw blurRad="50800" dist="38100" dir="2700000" algn="tl" rotWithShape="0">
                    <a:schemeClr val="bg1">
                      <a:alpha val="40000"/>
                    </a:schemeClr>
                  </a:outerShdw>
                </a:effectLst>
                <a:cs typeface="+mn-ea"/>
                <a:sym typeface="+mn-lt"/>
              </a:rPr>
              <a:t>Учи.ру</a:t>
            </a:r>
            <a:r>
              <a:rPr lang="ru-RU" altLang="zh-CN" sz="2000" dirty="0">
                <a:solidFill>
                  <a:schemeClr val="tx1"/>
                </a:solidFill>
                <a:effectLst>
                  <a:outerShdw blurRad="50800" dist="38100" dir="2700000" algn="tl" rotWithShape="0">
                    <a:schemeClr val="bg1">
                      <a:alpha val="40000"/>
                    </a:schemeClr>
                  </a:outerShdw>
                </a:effectLst>
                <a:cs typeface="+mn-ea"/>
                <a:sym typeface="+mn-lt"/>
              </a:rPr>
              <a:t> и </a:t>
            </a:r>
            <a:r>
              <a:rPr lang="ru-RU" altLang="zh-CN" sz="2000" dirty="0" err="1">
                <a:solidFill>
                  <a:schemeClr val="tx1"/>
                </a:solidFill>
                <a:effectLst>
                  <a:outerShdw blurRad="50800" dist="38100" dir="2700000" algn="tl" rotWithShape="0">
                    <a:schemeClr val="bg1">
                      <a:alpha val="40000"/>
                    </a:schemeClr>
                  </a:outerShdw>
                </a:effectLst>
                <a:cs typeface="+mn-ea"/>
                <a:sym typeface="+mn-lt"/>
              </a:rPr>
              <a:t>Сферум</a:t>
            </a:r>
            <a:r>
              <a:rPr lang="ru-RU" altLang="zh-CN" sz="2000" dirty="0">
                <a:solidFill>
                  <a:schemeClr val="tx1"/>
                </a:solidFill>
                <a:effectLst>
                  <a:outerShdw blurRad="50800" dist="38100" dir="2700000" algn="tl" rotWithShape="0">
                    <a:schemeClr val="bg1">
                      <a:alpha val="40000"/>
                    </a:schemeClr>
                  </a:outerShdw>
                </a:effectLst>
                <a:cs typeface="+mn-ea"/>
                <a:sym typeface="+mn-lt"/>
              </a:rPr>
              <a:t>  </a:t>
            </a:r>
            <a:endParaRPr lang="zh-CN" altLang="en-US" sz="2000" dirty="0">
              <a:solidFill>
                <a:schemeClr val="tx1"/>
              </a:solidFill>
              <a:effectLst>
                <a:outerShdw blurRad="50800" dist="38100" dir="2700000" algn="tl" rotWithShape="0">
                  <a:schemeClr val="bg1">
                    <a:alpha val="40000"/>
                  </a:schemeClr>
                </a:outerShdw>
              </a:effectLst>
              <a:cs typeface="+mn-ea"/>
              <a:sym typeface="+mn-lt"/>
            </a:endParaRPr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379B2E6E-C2C9-4085-A6DE-2576ADC2BD95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7195" y="4914727"/>
            <a:ext cx="841323" cy="841323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sp>
        <p:nvSpPr>
          <p:cNvPr id="16" name="Номер слайда 4">
            <a:extLst>
              <a:ext uri="{FF2B5EF4-FFF2-40B4-BE49-F238E27FC236}">
                <a16:creationId xmlns:a16="http://schemas.microsoft.com/office/drawing/2014/main" id="{69868C5B-0E11-4253-B724-0E4D5112F6DE}"/>
              </a:ext>
            </a:extLst>
          </p:cNvPr>
          <p:cNvSpPr txBox="1">
            <a:spLocks/>
          </p:cNvSpPr>
          <p:nvPr/>
        </p:nvSpPr>
        <p:spPr>
          <a:xfrm>
            <a:off x="9912350" y="6308726"/>
            <a:ext cx="755650" cy="549275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marL="342900" indent="-342900" algn="l" defTabSz="914400" rtl="0" eaLnBrk="0" latinLnBrk="0" hangingPunct="0">
              <a:defRPr kumimoji="1"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1pPr>
            <a:lvl2pPr marL="457200" algn="l" defTabSz="914400" rtl="0" eaLnBrk="0" latinLnBrk="0" hangingPunct="0">
              <a:defRPr kumimoji="1"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2pPr>
            <a:lvl3pPr marL="1143000" indent="-228600" algn="l" defTabSz="914400" rtl="0" eaLnBrk="0" latinLnBrk="0" hangingPunct="0">
              <a:defRPr kumimoji="1"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3pPr>
            <a:lvl4pPr marL="1600200" indent="-228600" algn="l" defTabSz="914400" rtl="0" eaLnBrk="0" latinLnBrk="0" hangingPunct="0">
              <a:defRPr kumimoji="1"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4pPr>
            <a:lvl5pPr marL="2057400" indent="-228600" algn="l" defTabSz="914400" rtl="0" eaLnBrk="0" latinLnBrk="0" hangingPunct="0">
              <a:defRPr kumimoji="1"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5pPr>
            <a:lvl6pPr marL="25146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6pPr>
            <a:lvl7pPr marL="29718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7pPr>
            <a:lvl8pPr marL="34290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8pPr>
            <a:lvl9pPr marL="38862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9pPr>
          </a:lstStyle>
          <a:p>
            <a:pPr marL="0" lvl="1" algn="ctr" eaLnBrk="1" hangingPunct="1"/>
            <a:fld id="{A5BB4BF9-1406-4C0C-B55A-3050AE55AF7F}" type="slidenum">
              <a:rPr lang="ru-RU" altLang="ru-RU" smtClean="0"/>
              <a:pPr marL="0" lvl="1" algn="ctr" eaLnBrk="1" hangingPunct="1"/>
              <a:t>5</a:t>
            </a:fld>
            <a:endParaRPr lang="ru-RU" altLang="ru-RU" dirty="0">
              <a:latin typeface="Calibri" panose="020F0502020204030204" pitchFamily="34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034080244"/>
      </p:ext>
    </p:extLst>
  </p:cSld>
  <p:clrMapOvr>
    <a:masterClrMapping/>
  </p:clrMapOvr>
  <p:transition advTm="2000">
    <p:comb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05622B6F-3C0A-4D47-9F54-DF470750C4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320" y="618125"/>
            <a:ext cx="2519680" cy="355542"/>
          </a:xfrm>
          <a:prstGeom prst="rect">
            <a:avLst/>
          </a:prstGeom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7595CC17-A47D-48B6-9A6A-053C00475D05}"/>
              </a:ext>
            </a:extLst>
          </p:cNvPr>
          <p:cNvSpPr txBox="1"/>
          <p:nvPr/>
        </p:nvSpPr>
        <p:spPr>
          <a:xfrm>
            <a:off x="0" y="79516"/>
            <a:ext cx="1219200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altLang="ru-RU" sz="3200" dirty="0">
                <a:latin typeface="+mj-lt"/>
                <a:ea typeface="+mj-ea"/>
                <a:cs typeface="+mj-cs"/>
              </a:rPr>
              <a:t>Объект управления, автоматизации или </a:t>
            </a:r>
            <a:endParaRPr lang="en-US" altLang="ru-RU" sz="3200" dirty="0">
              <a:latin typeface="+mj-lt"/>
              <a:ea typeface="+mj-ea"/>
              <a:cs typeface="+mj-cs"/>
            </a:endParaRPr>
          </a:p>
          <a:p>
            <a:pPr algn="ctr"/>
            <a:r>
              <a:rPr lang="ru-RU" altLang="ru-RU" sz="3200" dirty="0">
                <a:latin typeface="+mj-lt"/>
                <a:ea typeface="+mj-ea"/>
                <a:cs typeface="+mj-cs"/>
              </a:rPr>
              <a:t>информационный объект</a:t>
            </a:r>
            <a:endParaRPr lang="ru-RU" sz="3200" dirty="0">
              <a:latin typeface="+mj-lt"/>
              <a:ea typeface="+mj-ea"/>
              <a:cs typeface="+mj-c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F265971-8AE4-4DA6-99A1-1D19E6D652A1}"/>
              </a:ext>
            </a:extLst>
          </p:cNvPr>
          <p:cNvSpPr txBox="1"/>
          <p:nvPr/>
        </p:nvSpPr>
        <p:spPr>
          <a:xfrm>
            <a:off x="598663" y="1650931"/>
            <a:ext cx="436887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dirty="0">
                <a:solidFill>
                  <a:srgbClr val="000000"/>
                </a:solidFill>
                <a:ea typeface="+mj-ea"/>
                <a:cs typeface="+mj-cs"/>
              </a:rPr>
              <a:t>Автоматизируемые процессы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1E6CC95-6E4C-4D48-A606-5D7028EBE16D}"/>
              </a:ext>
            </a:extLst>
          </p:cNvPr>
          <p:cNvSpPr txBox="1"/>
          <p:nvPr/>
        </p:nvSpPr>
        <p:spPr>
          <a:xfrm>
            <a:off x="6548044" y="2304128"/>
            <a:ext cx="397107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dirty="0">
                <a:solidFill>
                  <a:srgbClr val="000000"/>
                </a:solidFill>
                <a:ea typeface="+mj-ea"/>
                <a:cs typeface="+mj-cs"/>
              </a:rPr>
              <a:t>Объекты управления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CA6C0EF-A588-47E6-9C68-83E473F9DCB9}"/>
              </a:ext>
            </a:extLst>
          </p:cNvPr>
          <p:cNvSpPr txBox="1"/>
          <p:nvPr/>
        </p:nvSpPr>
        <p:spPr>
          <a:xfrm>
            <a:off x="6548044" y="4496969"/>
            <a:ext cx="4436897" cy="589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ru-RU" sz="2400" dirty="0">
                <a:solidFill>
                  <a:srgbClr val="000000"/>
                </a:solidFill>
                <a:ea typeface="+mj-ea"/>
                <a:cs typeface="+mj-cs"/>
              </a:rPr>
              <a:t>Информационные объекты</a:t>
            </a:r>
          </a:p>
        </p:txBody>
      </p:sp>
      <p:sp>
        <p:nvSpPr>
          <p:cNvPr id="10" name="图形">
            <a:extLst>
              <a:ext uri="{FF2B5EF4-FFF2-40B4-BE49-F238E27FC236}">
                <a16:creationId xmlns:a16="http://schemas.microsoft.com/office/drawing/2014/main" id="{17566114-3EB0-484C-9291-F0D1BEA319D1}"/>
              </a:ext>
            </a:extLst>
          </p:cNvPr>
          <p:cNvSpPr/>
          <p:nvPr/>
        </p:nvSpPr>
        <p:spPr>
          <a:xfrm>
            <a:off x="598663" y="2212741"/>
            <a:ext cx="4435138" cy="1034613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95000"/>
              </a:schemeClr>
            </a:solidFill>
          </a:ln>
          <a:effectLst>
            <a:outerShdw blurRad="609600" dist="38100" dir="2700000" algn="tl" rotWithShape="0">
              <a:srgbClr val="6151DE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ru-RU" sz="2000" b="0" i="0" dirty="0">
                <a:solidFill>
                  <a:schemeClr val="tx1"/>
                </a:solidFill>
                <a:effectLst/>
                <a:latin typeface="ui-sans-serif"/>
              </a:rPr>
              <a:t>Обучение с применением голосового ИИ-ассистента</a:t>
            </a:r>
          </a:p>
        </p:txBody>
      </p:sp>
      <p:sp>
        <p:nvSpPr>
          <p:cNvPr id="15" name="图形">
            <a:extLst>
              <a:ext uri="{FF2B5EF4-FFF2-40B4-BE49-F238E27FC236}">
                <a16:creationId xmlns:a16="http://schemas.microsoft.com/office/drawing/2014/main" id="{6A4D6724-6B7D-454F-8875-2A594304DA59}"/>
              </a:ext>
            </a:extLst>
          </p:cNvPr>
          <p:cNvSpPr/>
          <p:nvPr/>
        </p:nvSpPr>
        <p:spPr>
          <a:xfrm>
            <a:off x="598663" y="3347500"/>
            <a:ext cx="4435138" cy="1034613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95000"/>
              </a:schemeClr>
            </a:solidFill>
          </a:ln>
          <a:effectLst>
            <a:outerShdw blurRad="609600" dist="38100" dir="2700000" algn="tl" rotWithShape="0">
              <a:srgbClr val="6151DE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ru-RU" sz="2000" dirty="0">
                <a:solidFill>
                  <a:schemeClr val="tx1"/>
                </a:solidFill>
                <a:latin typeface="ui-sans-serif"/>
              </a:rPr>
              <a:t>Н</a:t>
            </a:r>
            <a:r>
              <a:rPr lang="ru-RU" sz="2000" b="0" i="0" dirty="0">
                <a:solidFill>
                  <a:schemeClr val="tx1"/>
                </a:solidFill>
                <a:effectLst/>
                <a:latin typeface="ui-sans-serif"/>
              </a:rPr>
              <a:t>авигация по образовательной платформе и содержимому курсов</a:t>
            </a:r>
          </a:p>
        </p:txBody>
      </p:sp>
      <p:sp>
        <p:nvSpPr>
          <p:cNvPr id="17" name="图形">
            <a:extLst>
              <a:ext uri="{FF2B5EF4-FFF2-40B4-BE49-F238E27FC236}">
                <a16:creationId xmlns:a16="http://schemas.microsoft.com/office/drawing/2014/main" id="{8A01A61B-4BF8-4E1D-ABC0-0DD20D53A629}"/>
              </a:ext>
            </a:extLst>
          </p:cNvPr>
          <p:cNvSpPr/>
          <p:nvPr/>
        </p:nvSpPr>
        <p:spPr>
          <a:xfrm>
            <a:off x="598663" y="4482259"/>
            <a:ext cx="4435138" cy="1034613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95000"/>
              </a:schemeClr>
            </a:solidFill>
          </a:ln>
          <a:effectLst>
            <a:outerShdw blurRad="609600" dist="38100" dir="2700000" algn="tl" rotWithShape="0">
              <a:srgbClr val="6151DE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ru-RU" sz="2000" dirty="0">
                <a:solidFill>
                  <a:schemeClr val="tx1"/>
                </a:solidFill>
                <a:latin typeface="ui-sans-serif"/>
              </a:rPr>
              <a:t>У</a:t>
            </a:r>
            <a:r>
              <a:rPr lang="ru-RU" sz="2000" b="0" i="0" dirty="0">
                <a:solidFill>
                  <a:schemeClr val="tx1"/>
                </a:solidFill>
                <a:effectLst/>
                <a:latin typeface="ui-sans-serif"/>
              </a:rPr>
              <a:t>правление проверкой домашних заданий</a:t>
            </a:r>
          </a:p>
        </p:txBody>
      </p:sp>
      <p:sp>
        <p:nvSpPr>
          <p:cNvPr id="18" name="图形">
            <a:extLst>
              <a:ext uri="{FF2B5EF4-FFF2-40B4-BE49-F238E27FC236}">
                <a16:creationId xmlns:a16="http://schemas.microsoft.com/office/drawing/2014/main" id="{95988875-C231-4702-9A96-467122D0F249}"/>
              </a:ext>
            </a:extLst>
          </p:cNvPr>
          <p:cNvSpPr/>
          <p:nvPr/>
        </p:nvSpPr>
        <p:spPr>
          <a:xfrm>
            <a:off x="598663" y="5617018"/>
            <a:ext cx="4435138" cy="1034613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95000"/>
              </a:schemeClr>
            </a:solidFill>
          </a:ln>
          <a:effectLst>
            <a:outerShdw blurRad="609600" dist="38100" dir="2700000" algn="tl" rotWithShape="0">
              <a:srgbClr val="6151DE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ru-RU" sz="2000" dirty="0">
                <a:solidFill>
                  <a:schemeClr val="tx1"/>
                </a:solidFill>
                <a:latin typeface="ui-sans-serif"/>
              </a:rPr>
              <a:t>Аналитика пользовательской активности при работе с голосовым ИИ-ассистентом</a:t>
            </a:r>
          </a:p>
        </p:txBody>
      </p:sp>
      <p:sp>
        <p:nvSpPr>
          <p:cNvPr id="20" name="图形">
            <a:extLst>
              <a:ext uri="{FF2B5EF4-FFF2-40B4-BE49-F238E27FC236}">
                <a16:creationId xmlns:a16="http://schemas.microsoft.com/office/drawing/2014/main" id="{07F57520-4D5E-4DF6-A0EB-556F5E14279E}"/>
              </a:ext>
            </a:extLst>
          </p:cNvPr>
          <p:cNvSpPr/>
          <p:nvPr/>
        </p:nvSpPr>
        <p:spPr>
          <a:xfrm>
            <a:off x="107187" y="2212741"/>
            <a:ext cx="356776" cy="1034613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95000"/>
              </a:schemeClr>
            </a:solidFill>
          </a:ln>
          <a:effectLst>
            <a:outerShdw blurRad="609600" dist="38100" dir="2700000" algn="tl" rotWithShape="0">
              <a:srgbClr val="6151DE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dirty="0">
                <a:solidFill>
                  <a:schemeClr val="tx1"/>
                </a:solidFill>
                <a:latin typeface="ui-sans-serif"/>
                <a:cs typeface="+mn-ea"/>
                <a:sym typeface="+mn-lt"/>
              </a:rPr>
              <a:t>1</a:t>
            </a:r>
            <a:endParaRPr lang="zh-CN" altLang="en-US" dirty="0">
              <a:solidFill>
                <a:schemeClr val="tx1"/>
              </a:solidFill>
              <a:effectLst>
                <a:outerShdw blurRad="50800" dist="38100" dir="2700000" algn="tl" rotWithShape="0">
                  <a:schemeClr val="bg1">
                    <a:alpha val="40000"/>
                  </a:schemeClr>
                </a:outerShdw>
              </a:effectLst>
              <a:cs typeface="+mn-ea"/>
              <a:sym typeface="+mn-lt"/>
            </a:endParaRPr>
          </a:p>
        </p:txBody>
      </p:sp>
      <p:sp>
        <p:nvSpPr>
          <p:cNvPr id="21" name="图形">
            <a:extLst>
              <a:ext uri="{FF2B5EF4-FFF2-40B4-BE49-F238E27FC236}">
                <a16:creationId xmlns:a16="http://schemas.microsoft.com/office/drawing/2014/main" id="{6D68CF74-BF19-4BCC-9BAA-7902CDA0EAB1}"/>
              </a:ext>
            </a:extLst>
          </p:cNvPr>
          <p:cNvSpPr/>
          <p:nvPr/>
        </p:nvSpPr>
        <p:spPr>
          <a:xfrm>
            <a:off x="107187" y="3347500"/>
            <a:ext cx="356777" cy="1034613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95000"/>
              </a:schemeClr>
            </a:solidFill>
          </a:ln>
          <a:effectLst>
            <a:outerShdw blurRad="609600" dist="38100" dir="2700000" algn="tl" rotWithShape="0">
              <a:srgbClr val="6151DE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ru-RU" altLang="zh-CN" dirty="0">
                <a:solidFill>
                  <a:schemeClr val="tx1"/>
                </a:solidFill>
                <a:latin typeface="ui-sans-serif"/>
                <a:cs typeface="+mn-ea"/>
                <a:sym typeface="+mn-lt"/>
              </a:rPr>
              <a:t>2</a:t>
            </a:r>
            <a:endParaRPr lang="zh-CN" altLang="en-US" dirty="0">
              <a:solidFill>
                <a:schemeClr val="tx1"/>
              </a:solidFill>
              <a:effectLst>
                <a:outerShdw blurRad="50800" dist="38100" dir="2700000" algn="tl" rotWithShape="0">
                  <a:schemeClr val="bg1">
                    <a:alpha val="40000"/>
                  </a:schemeClr>
                </a:outerShdw>
              </a:effectLst>
              <a:cs typeface="+mn-ea"/>
              <a:sym typeface="+mn-lt"/>
            </a:endParaRPr>
          </a:p>
        </p:txBody>
      </p:sp>
      <p:sp>
        <p:nvSpPr>
          <p:cNvPr id="22" name="图形">
            <a:extLst>
              <a:ext uri="{FF2B5EF4-FFF2-40B4-BE49-F238E27FC236}">
                <a16:creationId xmlns:a16="http://schemas.microsoft.com/office/drawing/2014/main" id="{3FD38C48-ED4C-4813-A081-1F455A317082}"/>
              </a:ext>
            </a:extLst>
          </p:cNvPr>
          <p:cNvSpPr/>
          <p:nvPr/>
        </p:nvSpPr>
        <p:spPr>
          <a:xfrm>
            <a:off x="107187" y="4482259"/>
            <a:ext cx="356777" cy="1034613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95000"/>
              </a:schemeClr>
            </a:solidFill>
          </a:ln>
          <a:effectLst>
            <a:outerShdw blurRad="609600" dist="38100" dir="2700000" algn="tl" rotWithShape="0">
              <a:srgbClr val="6151DE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ru-RU" altLang="zh-CN" dirty="0">
                <a:solidFill>
                  <a:schemeClr val="tx1"/>
                </a:solidFill>
                <a:latin typeface="ui-sans-serif"/>
                <a:cs typeface="+mn-ea"/>
                <a:sym typeface="+mn-lt"/>
              </a:rPr>
              <a:t>3</a:t>
            </a:r>
            <a:endParaRPr lang="zh-CN" altLang="en-US" dirty="0">
              <a:solidFill>
                <a:schemeClr val="tx1"/>
              </a:solidFill>
              <a:effectLst>
                <a:outerShdw blurRad="50800" dist="38100" dir="2700000" algn="tl" rotWithShape="0">
                  <a:schemeClr val="bg1">
                    <a:alpha val="40000"/>
                  </a:schemeClr>
                </a:outerShdw>
              </a:effectLst>
              <a:cs typeface="+mn-ea"/>
              <a:sym typeface="+mn-lt"/>
            </a:endParaRPr>
          </a:p>
        </p:txBody>
      </p:sp>
      <p:sp>
        <p:nvSpPr>
          <p:cNvPr id="23" name="图形">
            <a:extLst>
              <a:ext uri="{FF2B5EF4-FFF2-40B4-BE49-F238E27FC236}">
                <a16:creationId xmlns:a16="http://schemas.microsoft.com/office/drawing/2014/main" id="{A6F8E42E-AD2B-4218-A6AE-8ED3EB1AF200}"/>
              </a:ext>
            </a:extLst>
          </p:cNvPr>
          <p:cNvSpPr/>
          <p:nvPr/>
        </p:nvSpPr>
        <p:spPr>
          <a:xfrm>
            <a:off x="107187" y="5617018"/>
            <a:ext cx="356777" cy="1034613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95000"/>
              </a:schemeClr>
            </a:solidFill>
          </a:ln>
          <a:effectLst>
            <a:outerShdw blurRad="609600" dist="38100" dir="2700000" algn="tl" rotWithShape="0">
              <a:srgbClr val="6151DE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ru-RU" altLang="zh-CN" dirty="0">
                <a:solidFill>
                  <a:schemeClr val="tx1"/>
                </a:solidFill>
                <a:latin typeface="ui-sans-serif"/>
                <a:cs typeface="+mn-ea"/>
                <a:sym typeface="+mn-lt"/>
              </a:rPr>
              <a:t>4</a:t>
            </a:r>
            <a:endParaRPr lang="zh-CN" altLang="en-US" dirty="0">
              <a:solidFill>
                <a:schemeClr val="tx1"/>
              </a:solidFill>
              <a:effectLst>
                <a:outerShdw blurRad="50800" dist="38100" dir="2700000" algn="tl" rotWithShape="0">
                  <a:schemeClr val="bg1">
                    <a:alpha val="40000"/>
                  </a:schemeClr>
                </a:outerShdw>
              </a:effectLst>
              <a:cs typeface="+mn-ea"/>
              <a:sym typeface="+mn-lt"/>
            </a:endParaRPr>
          </a:p>
        </p:txBody>
      </p:sp>
      <p:sp>
        <p:nvSpPr>
          <p:cNvPr id="24" name="图形">
            <a:extLst>
              <a:ext uri="{FF2B5EF4-FFF2-40B4-BE49-F238E27FC236}">
                <a16:creationId xmlns:a16="http://schemas.microsoft.com/office/drawing/2014/main" id="{69A70145-4335-4831-A8A7-98BEAF6C63D3}"/>
              </a:ext>
            </a:extLst>
          </p:cNvPr>
          <p:cNvSpPr/>
          <p:nvPr/>
        </p:nvSpPr>
        <p:spPr>
          <a:xfrm>
            <a:off x="6548044" y="2849672"/>
            <a:ext cx="4695689" cy="523220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95000"/>
              </a:schemeClr>
            </a:solidFill>
          </a:ln>
          <a:effectLst>
            <a:outerShdw blurRad="609600" dist="38100" dir="2700000" algn="tl" rotWithShape="0">
              <a:srgbClr val="6151DE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altLang="zh-CN" sz="2000" dirty="0">
                <a:solidFill>
                  <a:schemeClr val="tx1"/>
                </a:solidFill>
                <a:effectLst>
                  <a:outerShdw blurRad="50800" dist="38100" dir="2700000" algn="tl" rotWithShape="0">
                    <a:schemeClr val="bg1">
                      <a:alpha val="40000"/>
                    </a:schemeClr>
                  </a:outerShdw>
                </a:effectLst>
                <a:cs typeface="+mn-ea"/>
                <a:sym typeface="+mn-lt"/>
              </a:rPr>
              <a:t>Системное меню</a:t>
            </a:r>
          </a:p>
        </p:txBody>
      </p:sp>
      <p:sp>
        <p:nvSpPr>
          <p:cNvPr id="25" name="图形">
            <a:extLst>
              <a:ext uri="{FF2B5EF4-FFF2-40B4-BE49-F238E27FC236}">
                <a16:creationId xmlns:a16="http://schemas.microsoft.com/office/drawing/2014/main" id="{B4A58652-7A7A-4E0A-A4E5-73DE98077590}"/>
              </a:ext>
            </a:extLst>
          </p:cNvPr>
          <p:cNvSpPr/>
          <p:nvPr/>
        </p:nvSpPr>
        <p:spPr>
          <a:xfrm>
            <a:off x="6548044" y="3521045"/>
            <a:ext cx="4695689" cy="523220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95000"/>
              </a:schemeClr>
            </a:solidFill>
          </a:ln>
          <a:effectLst>
            <a:outerShdw blurRad="609600" dist="38100" dir="2700000" algn="tl" rotWithShape="0">
              <a:srgbClr val="6151DE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altLang="zh-CN" sz="2000" dirty="0">
                <a:solidFill>
                  <a:schemeClr val="tx1"/>
                </a:solidFill>
                <a:effectLst>
                  <a:outerShdw blurRad="50800" dist="38100" dir="2700000" algn="tl" rotWithShape="0">
                    <a:schemeClr val="bg1">
                      <a:alpha val="40000"/>
                    </a:schemeClr>
                  </a:outerShdw>
                </a:effectLst>
                <a:cs typeface="+mn-ea"/>
                <a:sym typeface="+mn-lt"/>
              </a:rPr>
              <a:t>Функции системы</a:t>
            </a:r>
          </a:p>
        </p:txBody>
      </p:sp>
      <p:sp>
        <p:nvSpPr>
          <p:cNvPr id="26" name="图形">
            <a:extLst>
              <a:ext uri="{FF2B5EF4-FFF2-40B4-BE49-F238E27FC236}">
                <a16:creationId xmlns:a16="http://schemas.microsoft.com/office/drawing/2014/main" id="{12F077F6-72E7-4DC6-92C8-EAAC71C97B89}"/>
              </a:ext>
            </a:extLst>
          </p:cNvPr>
          <p:cNvSpPr/>
          <p:nvPr/>
        </p:nvSpPr>
        <p:spPr>
          <a:xfrm>
            <a:off x="6548044" y="5168342"/>
            <a:ext cx="4695689" cy="523220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95000"/>
              </a:schemeClr>
            </a:solidFill>
          </a:ln>
          <a:effectLst>
            <a:outerShdw blurRad="609600" dist="38100" dir="2700000" algn="tl" rotWithShape="0">
              <a:srgbClr val="6151DE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just">
              <a:lnSpc>
                <a:spcPct val="150000"/>
              </a:lnSpc>
            </a:pPr>
            <a:r>
              <a:rPr lang="ru-RU" altLang="zh-CN" sz="2000" dirty="0">
                <a:solidFill>
                  <a:schemeClr val="tx1"/>
                </a:solidFill>
                <a:effectLst>
                  <a:outerShdw blurRad="50800" dist="38100" dir="2700000" algn="tl" rotWithShape="0">
                    <a:schemeClr val="bg1">
                      <a:alpha val="40000"/>
                    </a:schemeClr>
                  </a:outerShdw>
                </a:effectLst>
                <a:cs typeface="+mn-ea"/>
                <a:sym typeface="+mn-lt"/>
              </a:rPr>
              <a:t>Методические материалы</a:t>
            </a:r>
          </a:p>
        </p:txBody>
      </p:sp>
      <p:sp>
        <p:nvSpPr>
          <p:cNvPr id="27" name="图形">
            <a:extLst>
              <a:ext uri="{FF2B5EF4-FFF2-40B4-BE49-F238E27FC236}">
                <a16:creationId xmlns:a16="http://schemas.microsoft.com/office/drawing/2014/main" id="{3A4D0403-551F-444C-855D-291663072264}"/>
              </a:ext>
            </a:extLst>
          </p:cNvPr>
          <p:cNvSpPr/>
          <p:nvPr/>
        </p:nvSpPr>
        <p:spPr>
          <a:xfrm>
            <a:off x="6548044" y="5839715"/>
            <a:ext cx="4695689" cy="523220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95000"/>
              </a:schemeClr>
            </a:solidFill>
          </a:ln>
          <a:effectLst>
            <a:outerShdw blurRad="609600" dist="38100" dir="2700000" algn="tl" rotWithShape="0">
              <a:srgbClr val="6151DE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altLang="zh-CN" sz="2000" dirty="0">
                <a:solidFill>
                  <a:schemeClr val="tx1"/>
                </a:solidFill>
                <a:effectLst>
                  <a:outerShdw blurRad="50800" dist="38100" dir="2700000" algn="tl" rotWithShape="0">
                    <a:schemeClr val="bg1">
                      <a:alpha val="40000"/>
                    </a:schemeClr>
                  </a:outerShdw>
                </a:effectLst>
                <a:cs typeface="+mn-ea"/>
                <a:sym typeface="+mn-lt"/>
              </a:rPr>
              <a:t>Справочники</a:t>
            </a:r>
          </a:p>
        </p:txBody>
      </p:sp>
      <p:sp>
        <p:nvSpPr>
          <p:cNvPr id="28" name="Номер слайда 4">
            <a:extLst>
              <a:ext uri="{FF2B5EF4-FFF2-40B4-BE49-F238E27FC236}">
                <a16:creationId xmlns:a16="http://schemas.microsoft.com/office/drawing/2014/main" id="{21A3BAAD-8775-4E2A-8613-195F107C9488}"/>
              </a:ext>
            </a:extLst>
          </p:cNvPr>
          <p:cNvSpPr txBox="1">
            <a:spLocks/>
          </p:cNvSpPr>
          <p:nvPr/>
        </p:nvSpPr>
        <p:spPr>
          <a:xfrm>
            <a:off x="9912350" y="6308726"/>
            <a:ext cx="755650" cy="549275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marL="342900" indent="-342900" algn="l" defTabSz="914400" rtl="0" eaLnBrk="0" latinLnBrk="0" hangingPunct="0">
              <a:defRPr kumimoji="1"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1pPr>
            <a:lvl2pPr marL="457200" algn="l" defTabSz="914400" rtl="0" eaLnBrk="0" latinLnBrk="0" hangingPunct="0">
              <a:defRPr kumimoji="1"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2pPr>
            <a:lvl3pPr marL="1143000" indent="-228600" algn="l" defTabSz="914400" rtl="0" eaLnBrk="0" latinLnBrk="0" hangingPunct="0">
              <a:defRPr kumimoji="1"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3pPr>
            <a:lvl4pPr marL="1600200" indent="-228600" algn="l" defTabSz="914400" rtl="0" eaLnBrk="0" latinLnBrk="0" hangingPunct="0">
              <a:defRPr kumimoji="1"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4pPr>
            <a:lvl5pPr marL="2057400" indent="-228600" algn="l" defTabSz="914400" rtl="0" eaLnBrk="0" latinLnBrk="0" hangingPunct="0">
              <a:defRPr kumimoji="1"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5pPr>
            <a:lvl6pPr marL="25146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6pPr>
            <a:lvl7pPr marL="29718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7pPr>
            <a:lvl8pPr marL="34290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8pPr>
            <a:lvl9pPr marL="38862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9pPr>
          </a:lstStyle>
          <a:p>
            <a:pPr marL="0" lvl="1" algn="ctr" eaLnBrk="1" hangingPunct="1"/>
            <a:fld id="{A5BB4BF9-1406-4C0C-B55A-3050AE55AF7F}" type="slidenum">
              <a:rPr lang="ru-RU" altLang="ru-RU" smtClean="0"/>
              <a:pPr marL="0" lvl="1" algn="ctr" eaLnBrk="1" hangingPunct="1"/>
              <a:t>6</a:t>
            </a:fld>
            <a:endParaRPr lang="ru-RU" altLang="ru-RU" dirty="0">
              <a:latin typeface="Calibri" panose="020F0502020204030204" pitchFamily="34" charset="0"/>
            </a:endParaRPr>
          </a:p>
        </p:txBody>
      </p:sp>
      <p:sp>
        <p:nvSpPr>
          <p:cNvPr id="31" name="图形">
            <a:extLst>
              <a:ext uri="{FF2B5EF4-FFF2-40B4-BE49-F238E27FC236}">
                <a16:creationId xmlns:a16="http://schemas.microsoft.com/office/drawing/2014/main" id="{96127F56-D139-43F3-81A8-95F758728AC5}"/>
              </a:ext>
            </a:extLst>
          </p:cNvPr>
          <p:cNvSpPr/>
          <p:nvPr/>
        </p:nvSpPr>
        <p:spPr>
          <a:xfrm>
            <a:off x="5924087" y="2849672"/>
            <a:ext cx="515862" cy="523220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95000"/>
              </a:schemeClr>
            </a:solidFill>
          </a:ln>
          <a:effectLst>
            <a:outerShdw blurRad="609600" dist="38100" dir="2700000" algn="tl" rotWithShape="0">
              <a:srgbClr val="6151DE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dirty="0">
              <a:solidFill>
                <a:schemeClr val="tx1"/>
              </a:solidFill>
              <a:effectLst>
                <a:outerShdw blurRad="50800" dist="38100" dir="2700000" algn="tl" rotWithShape="0">
                  <a:schemeClr val="bg1">
                    <a:alpha val="40000"/>
                  </a:schemeClr>
                </a:outerShdw>
              </a:effectLst>
              <a:cs typeface="+mn-ea"/>
              <a:sym typeface="+mn-lt"/>
            </a:endParaRP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0D929CB6-950E-46C8-A5CE-A0549D3B600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33519" y="2968504"/>
            <a:ext cx="312247" cy="312247"/>
          </a:xfrm>
          <a:prstGeom prst="rect">
            <a:avLst/>
          </a:prstGeom>
        </p:spPr>
      </p:pic>
      <p:sp>
        <p:nvSpPr>
          <p:cNvPr id="32" name="图形">
            <a:extLst>
              <a:ext uri="{FF2B5EF4-FFF2-40B4-BE49-F238E27FC236}">
                <a16:creationId xmlns:a16="http://schemas.microsoft.com/office/drawing/2014/main" id="{F863196C-E57B-4C6B-AFF9-88FDAB225924}"/>
              </a:ext>
            </a:extLst>
          </p:cNvPr>
          <p:cNvSpPr/>
          <p:nvPr/>
        </p:nvSpPr>
        <p:spPr>
          <a:xfrm>
            <a:off x="5919853" y="3517406"/>
            <a:ext cx="515862" cy="523220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95000"/>
              </a:schemeClr>
            </a:solidFill>
          </a:ln>
          <a:effectLst>
            <a:outerShdw blurRad="609600" dist="38100" dir="2700000" algn="tl" rotWithShape="0">
              <a:srgbClr val="6151DE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dirty="0">
              <a:solidFill>
                <a:schemeClr val="tx1"/>
              </a:solidFill>
              <a:effectLst>
                <a:outerShdw blurRad="50800" dist="38100" dir="2700000" algn="tl" rotWithShape="0">
                  <a:schemeClr val="bg1">
                    <a:alpha val="40000"/>
                  </a:schemeClr>
                </a:outerShdw>
              </a:effectLst>
              <a:cs typeface="+mn-ea"/>
              <a:sym typeface="+mn-lt"/>
            </a:endParaRP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FE875CF0-2CFE-4ED9-8146-4A8C97C158D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18272" y="3615269"/>
            <a:ext cx="327494" cy="327494"/>
          </a:xfrm>
          <a:prstGeom prst="rect">
            <a:avLst/>
          </a:prstGeom>
        </p:spPr>
      </p:pic>
      <p:sp>
        <p:nvSpPr>
          <p:cNvPr id="34" name="图形">
            <a:extLst>
              <a:ext uri="{FF2B5EF4-FFF2-40B4-BE49-F238E27FC236}">
                <a16:creationId xmlns:a16="http://schemas.microsoft.com/office/drawing/2014/main" id="{BA2CBC2E-DBB6-41A1-9D7A-787D6A885B1E}"/>
              </a:ext>
            </a:extLst>
          </p:cNvPr>
          <p:cNvSpPr/>
          <p:nvPr/>
        </p:nvSpPr>
        <p:spPr>
          <a:xfrm>
            <a:off x="5923208" y="5166345"/>
            <a:ext cx="515862" cy="523220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95000"/>
              </a:schemeClr>
            </a:solidFill>
          </a:ln>
          <a:effectLst>
            <a:outerShdw blurRad="609600" dist="38100" dir="2700000" algn="tl" rotWithShape="0">
              <a:srgbClr val="6151DE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dirty="0">
              <a:solidFill>
                <a:schemeClr val="tx1"/>
              </a:solidFill>
              <a:effectLst>
                <a:outerShdw blurRad="50800" dist="38100" dir="2700000" algn="tl" rotWithShape="0">
                  <a:schemeClr val="bg1">
                    <a:alpha val="40000"/>
                  </a:schemeClr>
                </a:outerShdw>
              </a:effectLst>
              <a:cs typeface="+mn-ea"/>
              <a:sym typeface="+mn-lt"/>
            </a:endParaRPr>
          </a:p>
        </p:txBody>
      </p:sp>
      <p:sp>
        <p:nvSpPr>
          <p:cNvPr id="36" name="图形">
            <a:extLst>
              <a:ext uri="{FF2B5EF4-FFF2-40B4-BE49-F238E27FC236}">
                <a16:creationId xmlns:a16="http://schemas.microsoft.com/office/drawing/2014/main" id="{B37D3A7D-47BF-4AE4-B3C9-E6A5171D8A42}"/>
              </a:ext>
            </a:extLst>
          </p:cNvPr>
          <p:cNvSpPr/>
          <p:nvPr/>
        </p:nvSpPr>
        <p:spPr>
          <a:xfrm>
            <a:off x="5918974" y="5834079"/>
            <a:ext cx="515862" cy="523220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95000"/>
              </a:schemeClr>
            </a:solidFill>
          </a:ln>
          <a:effectLst>
            <a:outerShdw blurRad="609600" dist="38100" dir="2700000" algn="tl" rotWithShape="0">
              <a:srgbClr val="6151DE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dirty="0">
              <a:solidFill>
                <a:schemeClr val="tx1"/>
              </a:solidFill>
              <a:effectLst>
                <a:outerShdw blurRad="50800" dist="38100" dir="2700000" algn="tl" rotWithShape="0">
                  <a:schemeClr val="bg1">
                    <a:alpha val="40000"/>
                  </a:schemeClr>
                </a:outerShdw>
              </a:effectLst>
              <a:cs typeface="+mn-ea"/>
              <a:sym typeface="+mn-lt"/>
            </a:endParaRP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E0CEE924-6C8B-42ED-9B7F-E3CA591C1F0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87285" y="5898160"/>
            <a:ext cx="389467" cy="389467"/>
          </a:xfrm>
          <a:prstGeom prst="rect">
            <a:avLst/>
          </a:prstGeom>
        </p:spPr>
      </p:pic>
      <p:pic>
        <p:nvPicPr>
          <p:cNvPr id="29" name="Рисунок 28">
            <a:extLst>
              <a:ext uri="{FF2B5EF4-FFF2-40B4-BE49-F238E27FC236}">
                <a16:creationId xmlns:a16="http://schemas.microsoft.com/office/drawing/2014/main" id="{9AEDC84A-EBF7-4CCA-ACF0-A806D34C674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33519" y="5236018"/>
            <a:ext cx="381000" cy="381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539549688"/>
      </p:ext>
    </p:extLst>
  </p:cSld>
  <p:clrMapOvr>
    <a:masterClrMapping/>
  </p:clrMapOvr>
  <p:transition advTm="2000">
    <p:comb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05622B6F-3C0A-4D47-9F54-DF470750C4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320" y="618125"/>
            <a:ext cx="2519680" cy="355542"/>
          </a:xfrm>
          <a:prstGeom prst="rect">
            <a:avLst/>
          </a:prstGeom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7595CC17-A47D-48B6-9A6A-053C00475D05}"/>
              </a:ext>
            </a:extLst>
          </p:cNvPr>
          <p:cNvSpPr txBox="1"/>
          <p:nvPr/>
        </p:nvSpPr>
        <p:spPr>
          <a:xfrm>
            <a:off x="0" y="485563"/>
            <a:ext cx="12192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altLang="ru-RU" sz="3200" dirty="0">
                <a:latin typeface="+mj-lt"/>
              </a:rPr>
              <a:t>Пользователи и внешние сущности</a:t>
            </a:r>
            <a:endParaRPr lang="ru-RU" sz="3200" dirty="0">
              <a:latin typeface="+mj-lt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313724E-E5CA-4A3C-B690-E3B9D277BD5F}"/>
              </a:ext>
            </a:extLst>
          </p:cNvPr>
          <p:cNvSpPr txBox="1"/>
          <p:nvPr/>
        </p:nvSpPr>
        <p:spPr>
          <a:xfrm>
            <a:off x="1562100" y="1642688"/>
            <a:ext cx="364825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>
                <a:solidFill>
                  <a:srgbClr val="000000"/>
                </a:solidFill>
                <a:ea typeface="+mj-ea"/>
                <a:cs typeface="+mj-cs"/>
              </a:rPr>
              <a:t>Пользователи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9E28ACE-D8FC-4C8C-BE3D-B68F451AE5C9}"/>
              </a:ext>
            </a:extLst>
          </p:cNvPr>
          <p:cNvSpPr txBox="1"/>
          <p:nvPr/>
        </p:nvSpPr>
        <p:spPr>
          <a:xfrm>
            <a:off x="7492132" y="1668826"/>
            <a:ext cx="442383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>
                <a:solidFill>
                  <a:srgbClr val="000000"/>
                </a:solidFill>
                <a:ea typeface="+mj-ea"/>
                <a:cs typeface="+mj-cs"/>
              </a:rPr>
              <a:t>Внешние сущности</a:t>
            </a:r>
          </a:p>
        </p:txBody>
      </p:sp>
      <p:sp>
        <p:nvSpPr>
          <p:cNvPr id="14" name="图形">
            <a:extLst>
              <a:ext uri="{FF2B5EF4-FFF2-40B4-BE49-F238E27FC236}">
                <a16:creationId xmlns:a16="http://schemas.microsoft.com/office/drawing/2014/main" id="{5B3ECFA8-3C21-4268-9230-693E4AB4E187}"/>
              </a:ext>
            </a:extLst>
          </p:cNvPr>
          <p:cNvSpPr/>
          <p:nvPr/>
        </p:nvSpPr>
        <p:spPr>
          <a:xfrm>
            <a:off x="1562100" y="2402065"/>
            <a:ext cx="3648255" cy="549275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95000"/>
              </a:schemeClr>
            </a:solidFill>
          </a:ln>
          <a:effectLst>
            <a:outerShdw blurRad="609600" dist="38100" dir="2700000" algn="tl" rotWithShape="0">
              <a:srgbClr val="6151DE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ru-RU" sz="2000" b="0" i="0" dirty="0">
                <a:solidFill>
                  <a:schemeClr val="tx1"/>
                </a:solidFill>
                <a:effectLst/>
              </a:rPr>
              <a:t>Студент</a:t>
            </a:r>
            <a:endParaRPr lang="ru-RU" b="0" i="0" dirty="0">
              <a:solidFill>
                <a:schemeClr val="tx1"/>
              </a:solidFill>
              <a:effectLst/>
            </a:endParaRPr>
          </a:p>
        </p:txBody>
      </p:sp>
      <p:sp>
        <p:nvSpPr>
          <p:cNvPr id="16" name="图形">
            <a:extLst>
              <a:ext uri="{FF2B5EF4-FFF2-40B4-BE49-F238E27FC236}">
                <a16:creationId xmlns:a16="http://schemas.microsoft.com/office/drawing/2014/main" id="{DBA18CA0-B5CD-4C54-86D7-B4E32B0FC5D6}"/>
              </a:ext>
            </a:extLst>
          </p:cNvPr>
          <p:cNvSpPr/>
          <p:nvPr/>
        </p:nvSpPr>
        <p:spPr>
          <a:xfrm>
            <a:off x="1562100" y="3165660"/>
            <a:ext cx="3648255" cy="549275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95000"/>
              </a:schemeClr>
            </a:solidFill>
          </a:ln>
          <a:effectLst>
            <a:outerShdw blurRad="609600" dist="38100" dir="2700000" algn="tl" rotWithShape="0">
              <a:srgbClr val="6151DE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ru-RU" sz="2000" dirty="0">
                <a:solidFill>
                  <a:schemeClr val="tx1"/>
                </a:solidFill>
              </a:rPr>
              <a:t>Преподаватель</a:t>
            </a:r>
          </a:p>
        </p:txBody>
      </p:sp>
      <p:sp>
        <p:nvSpPr>
          <p:cNvPr id="19" name="图形">
            <a:extLst>
              <a:ext uri="{FF2B5EF4-FFF2-40B4-BE49-F238E27FC236}">
                <a16:creationId xmlns:a16="http://schemas.microsoft.com/office/drawing/2014/main" id="{CABA3333-84F3-449B-B196-5962F19B8582}"/>
              </a:ext>
            </a:extLst>
          </p:cNvPr>
          <p:cNvSpPr/>
          <p:nvPr/>
        </p:nvSpPr>
        <p:spPr>
          <a:xfrm>
            <a:off x="1562100" y="3929255"/>
            <a:ext cx="3648255" cy="549275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95000"/>
              </a:schemeClr>
            </a:solidFill>
          </a:ln>
          <a:effectLst>
            <a:outerShdw blurRad="609600" dist="38100" dir="2700000" algn="tl" rotWithShape="0">
              <a:srgbClr val="6151DE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2000" dirty="0">
                <a:solidFill>
                  <a:schemeClr val="tx1"/>
                </a:solidFill>
              </a:rPr>
              <a:t>Администратор</a:t>
            </a:r>
          </a:p>
        </p:txBody>
      </p:sp>
      <p:sp>
        <p:nvSpPr>
          <p:cNvPr id="20" name="图形">
            <a:extLst>
              <a:ext uri="{FF2B5EF4-FFF2-40B4-BE49-F238E27FC236}">
                <a16:creationId xmlns:a16="http://schemas.microsoft.com/office/drawing/2014/main" id="{42F159B9-B2E9-41FA-BCD1-75451FCF1DFC}"/>
              </a:ext>
            </a:extLst>
          </p:cNvPr>
          <p:cNvSpPr/>
          <p:nvPr/>
        </p:nvSpPr>
        <p:spPr>
          <a:xfrm>
            <a:off x="884766" y="2402065"/>
            <a:ext cx="580109" cy="549275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95000"/>
              </a:schemeClr>
            </a:solidFill>
          </a:ln>
          <a:effectLst>
            <a:outerShdw blurRad="609600" dist="38100" dir="2700000" algn="tl" rotWithShape="0">
              <a:srgbClr val="6151DE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dirty="0">
              <a:solidFill>
                <a:schemeClr val="tx1"/>
              </a:solidFill>
              <a:effectLst>
                <a:outerShdw blurRad="50800" dist="38100" dir="2700000" algn="tl" rotWithShape="0">
                  <a:schemeClr val="bg1">
                    <a:alpha val="40000"/>
                  </a:schemeClr>
                </a:outerShdw>
              </a:effectLst>
              <a:cs typeface="+mn-ea"/>
              <a:sym typeface="+mn-lt"/>
            </a:endParaRPr>
          </a:p>
        </p:txBody>
      </p:sp>
      <p:sp>
        <p:nvSpPr>
          <p:cNvPr id="21" name="图形">
            <a:extLst>
              <a:ext uri="{FF2B5EF4-FFF2-40B4-BE49-F238E27FC236}">
                <a16:creationId xmlns:a16="http://schemas.microsoft.com/office/drawing/2014/main" id="{10BA3886-EAA3-4530-968B-12FE4626EB44}"/>
              </a:ext>
            </a:extLst>
          </p:cNvPr>
          <p:cNvSpPr/>
          <p:nvPr/>
        </p:nvSpPr>
        <p:spPr>
          <a:xfrm>
            <a:off x="884766" y="3165660"/>
            <a:ext cx="580109" cy="549275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95000"/>
              </a:schemeClr>
            </a:solidFill>
          </a:ln>
          <a:effectLst>
            <a:outerShdw blurRad="609600" dist="38100" dir="2700000" algn="tl" rotWithShape="0">
              <a:srgbClr val="6151DE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dirty="0">
              <a:solidFill>
                <a:schemeClr val="tx1"/>
              </a:solidFill>
              <a:effectLst>
                <a:outerShdw blurRad="50800" dist="38100" dir="2700000" algn="tl" rotWithShape="0">
                  <a:schemeClr val="bg1">
                    <a:alpha val="40000"/>
                  </a:schemeClr>
                </a:outerShdw>
              </a:effectLst>
              <a:cs typeface="+mn-ea"/>
              <a:sym typeface="+mn-lt"/>
            </a:endParaRPr>
          </a:p>
        </p:txBody>
      </p:sp>
      <p:sp>
        <p:nvSpPr>
          <p:cNvPr id="22" name="图形">
            <a:extLst>
              <a:ext uri="{FF2B5EF4-FFF2-40B4-BE49-F238E27FC236}">
                <a16:creationId xmlns:a16="http://schemas.microsoft.com/office/drawing/2014/main" id="{9AEE11EB-974B-4446-BB55-7FC103CE24FA}"/>
              </a:ext>
            </a:extLst>
          </p:cNvPr>
          <p:cNvSpPr/>
          <p:nvPr/>
        </p:nvSpPr>
        <p:spPr>
          <a:xfrm>
            <a:off x="888999" y="3929254"/>
            <a:ext cx="580109" cy="549275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95000"/>
              </a:schemeClr>
            </a:solidFill>
          </a:ln>
          <a:effectLst>
            <a:outerShdw blurRad="609600" dist="38100" dir="2700000" algn="tl" rotWithShape="0">
              <a:srgbClr val="6151DE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dirty="0">
              <a:solidFill>
                <a:schemeClr val="tx1"/>
              </a:solidFill>
              <a:effectLst>
                <a:outerShdw blurRad="50800" dist="38100" dir="2700000" algn="tl" rotWithShape="0">
                  <a:schemeClr val="bg1">
                    <a:alpha val="40000"/>
                  </a:schemeClr>
                </a:outerShdw>
              </a:effectLst>
              <a:cs typeface="+mn-ea"/>
              <a:sym typeface="+mn-lt"/>
            </a:endParaRP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97219AB6-0B4E-42B0-8721-81B22203E01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8336" y="3964707"/>
            <a:ext cx="478368" cy="478368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C6925CF4-3D57-478D-8DB0-5F59E669FEB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5636" y="2437518"/>
            <a:ext cx="478368" cy="478368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91B8EAF3-B96E-4122-8EF5-39B8BC84699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5636" y="3197914"/>
            <a:ext cx="478368" cy="478368"/>
          </a:xfrm>
          <a:prstGeom prst="rect">
            <a:avLst/>
          </a:prstGeom>
        </p:spPr>
      </p:pic>
      <p:sp>
        <p:nvSpPr>
          <p:cNvPr id="23" name="Номер слайда 4">
            <a:extLst>
              <a:ext uri="{FF2B5EF4-FFF2-40B4-BE49-F238E27FC236}">
                <a16:creationId xmlns:a16="http://schemas.microsoft.com/office/drawing/2014/main" id="{7E34CDEF-A7F7-4350-B13A-899F9BBBA6DC}"/>
              </a:ext>
            </a:extLst>
          </p:cNvPr>
          <p:cNvSpPr txBox="1">
            <a:spLocks/>
          </p:cNvSpPr>
          <p:nvPr/>
        </p:nvSpPr>
        <p:spPr>
          <a:xfrm>
            <a:off x="9912350" y="6308726"/>
            <a:ext cx="755650" cy="549275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marL="342900" indent="-342900" algn="l" defTabSz="914400" rtl="0" eaLnBrk="0" latinLnBrk="0" hangingPunct="0">
              <a:defRPr kumimoji="1"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1pPr>
            <a:lvl2pPr marL="457200" algn="l" defTabSz="914400" rtl="0" eaLnBrk="0" latinLnBrk="0" hangingPunct="0">
              <a:defRPr kumimoji="1"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2pPr>
            <a:lvl3pPr marL="1143000" indent="-228600" algn="l" defTabSz="914400" rtl="0" eaLnBrk="0" latinLnBrk="0" hangingPunct="0">
              <a:defRPr kumimoji="1"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3pPr>
            <a:lvl4pPr marL="1600200" indent="-228600" algn="l" defTabSz="914400" rtl="0" eaLnBrk="0" latinLnBrk="0" hangingPunct="0">
              <a:defRPr kumimoji="1"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4pPr>
            <a:lvl5pPr marL="2057400" indent="-228600" algn="l" defTabSz="914400" rtl="0" eaLnBrk="0" latinLnBrk="0" hangingPunct="0">
              <a:defRPr kumimoji="1"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5pPr>
            <a:lvl6pPr marL="25146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6pPr>
            <a:lvl7pPr marL="29718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7pPr>
            <a:lvl8pPr marL="34290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8pPr>
            <a:lvl9pPr marL="38862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9pPr>
          </a:lstStyle>
          <a:p>
            <a:pPr marL="0" lvl="1" algn="ctr" eaLnBrk="1" hangingPunct="1"/>
            <a:fld id="{A5BB4BF9-1406-4C0C-B55A-3050AE55AF7F}" type="slidenum">
              <a:rPr lang="ru-RU" altLang="ru-RU" smtClean="0"/>
              <a:pPr marL="0" lvl="1" algn="ctr" eaLnBrk="1" hangingPunct="1"/>
              <a:t>7</a:t>
            </a:fld>
            <a:endParaRPr lang="ru-RU" altLang="ru-RU" dirty="0">
              <a:latin typeface="Calibri" panose="020F0502020204030204" pitchFamily="34" charset="0"/>
            </a:endParaRPr>
          </a:p>
        </p:txBody>
      </p:sp>
      <p:sp>
        <p:nvSpPr>
          <p:cNvPr id="24" name="图形">
            <a:extLst>
              <a:ext uri="{FF2B5EF4-FFF2-40B4-BE49-F238E27FC236}">
                <a16:creationId xmlns:a16="http://schemas.microsoft.com/office/drawing/2014/main" id="{19B1CB50-88D3-4CE2-8CDE-5302D8F9E38A}"/>
              </a:ext>
            </a:extLst>
          </p:cNvPr>
          <p:cNvSpPr/>
          <p:nvPr/>
        </p:nvSpPr>
        <p:spPr>
          <a:xfrm>
            <a:off x="7492133" y="2378001"/>
            <a:ext cx="4423833" cy="549275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95000"/>
              </a:schemeClr>
            </a:solidFill>
          </a:ln>
          <a:effectLst>
            <a:outerShdw blurRad="609600" dist="38100" dir="2700000" algn="tl" rotWithShape="0">
              <a:srgbClr val="6151DE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ru-RU" sz="2000" dirty="0">
                <a:solidFill>
                  <a:schemeClr val="tx1"/>
                </a:solidFill>
              </a:rPr>
              <a:t>Студент</a:t>
            </a:r>
          </a:p>
        </p:txBody>
      </p:sp>
      <p:sp>
        <p:nvSpPr>
          <p:cNvPr id="25" name="图形">
            <a:extLst>
              <a:ext uri="{FF2B5EF4-FFF2-40B4-BE49-F238E27FC236}">
                <a16:creationId xmlns:a16="http://schemas.microsoft.com/office/drawing/2014/main" id="{AD65842F-72A7-496A-9297-110F11860137}"/>
              </a:ext>
            </a:extLst>
          </p:cNvPr>
          <p:cNvSpPr/>
          <p:nvPr/>
        </p:nvSpPr>
        <p:spPr>
          <a:xfrm>
            <a:off x="7492133" y="3141596"/>
            <a:ext cx="4423833" cy="549275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95000"/>
              </a:schemeClr>
            </a:solidFill>
          </a:ln>
          <a:effectLst>
            <a:outerShdw blurRad="609600" dist="38100" dir="2700000" algn="tl" rotWithShape="0">
              <a:srgbClr val="6151DE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ru-RU" sz="2000" dirty="0">
                <a:solidFill>
                  <a:schemeClr val="tx1"/>
                </a:solidFill>
              </a:rPr>
              <a:t>Преподавател</a:t>
            </a:r>
            <a:r>
              <a:rPr lang="ru-RU" sz="2000" dirty="0">
                <a:solidFill>
                  <a:schemeClr val="tx1"/>
                </a:solidFill>
                <a:latin typeface="ui-sans-serif"/>
              </a:rPr>
              <a:t>ь</a:t>
            </a:r>
            <a:endParaRPr lang="ru-RU" sz="2000" b="0" i="0" dirty="0">
              <a:solidFill>
                <a:schemeClr val="tx1"/>
              </a:solidFill>
              <a:effectLst/>
              <a:latin typeface="ui-sans-serif"/>
            </a:endParaRPr>
          </a:p>
        </p:txBody>
      </p:sp>
      <p:sp>
        <p:nvSpPr>
          <p:cNvPr id="26" name="图形">
            <a:extLst>
              <a:ext uri="{FF2B5EF4-FFF2-40B4-BE49-F238E27FC236}">
                <a16:creationId xmlns:a16="http://schemas.microsoft.com/office/drawing/2014/main" id="{CBC3A86C-BEC9-4C86-9F86-A3FAA6C77247}"/>
              </a:ext>
            </a:extLst>
          </p:cNvPr>
          <p:cNvSpPr/>
          <p:nvPr/>
        </p:nvSpPr>
        <p:spPr>
          <a:xfrm>
            <a:off x="6814799" y="2378001"/>
            <a:ext cx="580109" cy="549275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95000"/>
              </a:schemeClr>
            </a:solidFill>
          </a:ln>
          <a:effectLst>
            <a:outerShdw blurRad="609600" dist="38100" dir="2700000" algn="tl" rotWithShape="0">
              <a:srgbClr val="6151DE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dirty="0">
              <a:solidFill>
                <a:schemeClr val="tx1"/>
              </a:solidFill>
              <a:effectLst>
                <a:outerShdw blurRad="50800" dist="38100" dir="2700000" algn="tl" rotWithShape="0">
                  <a:schemeClr val="bg1">
                    <a:alpha val="40000"/>
                  </a:schemeClr>
                </a:outerShdw>
              </a:effectLst>
              <a:cs typeface="+mn-ea"/>
              <a:sym typeface="+mn-lt"/>
            </a:endParaRPr>
          </a:p>
        </p:txBody>
      </p:sp>
      <p:sp>
        <p:nvSpPr>
          <p:cNvPr id="27" name="图形">
            <a:extLst>
              <a:ext uri="{FF2B5EF4-FFF2-40B4-BE49-F238E27FC236}">
                <a16:creationId xmlns:a16="http://schemas.microsoft.com/office/drawing/2014/main" id="{A7D6154D-0823-4C41-B97C-54BA3D5B2E2B}"/>
              </a:ext>
            </a:extLst>
          </p:cNvPr>
          <p:cNvSpPr/>
          <p:nvPr/>
        </p:nvSpPr>
        <p:spPr>
          <a:xfrm>
            <a:off x="6814799" y="3141596"/>
            <a:ext cx="580109" cy="549275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95000"/>
              </a:schemeClr>
            </a:solidFill>
          </a:ln>
          <a:effectLst>
            <a:outerShdw blurRad="609600" dist="38100" dir="2700000" algn="tl" rotWithShape="0">
              <a:srgbClr val="6151DE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dirty="0">
              <a:solidFill>
                <a:schemeClr val="tx1"/>
              </a:solidFill>
              <a:effectLst>
                <a:outerShdw blurRad="50800" dist="38100" dir="2700000" algn="tl" rotWithShape="0">
                  <a:schemeClr val="bg1">
                    <a:alpha val="40000"/>
                  </a:schemeClr>
                </a:outerShdw>
              </a:effectLst>
              <a:cs typeface="+mn-ea"/>
              <a:sym typeface="+mn-lt"/>
            </a:endParaRPr>
          </a:p>
        </p:txBody>
      </p:sp>
      <p:pic>
        <p:nvPicPr>
          <p:cNvPr id="28" name="Рисунок 27">
            <a:extLst>
              <a:ext uri="{FF2B5EF4-FFF2-40B4-BE49-F238E27FC236}">
                <a16:creationId xmlns:a16="http://schemas.microsoft.com/office/drawing/2014/main" id="{61A7AF57-EC3A-4E29-8384-452278D80B4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65669" y="2413454"/>
            <a:ext cx="478368" cy="478368"/>
          </a:xfrm>
          <a:prstGeom prst="rect">
            <a:avLst/>
          </a:prstGeom>
        </p:spPr>
      </p:pic>
      <p:pic>
        <p:nvPicPr>
          <p:cNvPr id="29" name="Рисунок 28">
            <a:extLst>
              <a:ext uri="{FF2B5EF4-FFF2-40B4-BE49-F238E27FC236}">
                <a16:creationId xmlns:a16="http://schemas.microsoft.com/office/drawing/2014/main" id="{33215D8F-94D8-4AC7-A765-697203D53F4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65669" y="3173850"/>
            <a:ext cx="478368" cy="478368"/>
          </a:xfrm>
          <a:prstGeom prst="rect">
            <a:avLst/>
          </a:prstGeom>
        </p:spPr>
      </p:pic>
      <p:cxnSp>
        <p:nvCxnSpPr>
          <p:cNvPr id="11" name="Прямая со стрелкой 10">
            <a:extLst>
              <a:ext uri="{FF2B5EF4-FFF2-40B4-BE49-F238E27FC236}">
                <a16:creationId xmlns:a16="http://schemas.microsoft.com/office/drawing/2014/main" id="{4EB92384-507E-4E5C-B5AD-8F3AFA4222E3}"/>
              </a:ext>
            </a:extLst>
          </p:cNvPr>
          <p:cNvCxnSpPr/>
          <p:nvPr/>
        </p:nvCxnSpPr>
        <p:spPr>
          <a:xfrm>
            <a:off x="5391509" y="2676702"/>
            <a:ext cx="1199072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" name="Прямая со стрелкой 29">
            <a:extLst>
              <a:ext uri="{FF2B5EF4-FFF2-40B4-BE49-F238E27FC236}">
                <a16:creationId xmlns:a16="http://schemas.microsoft.com/office/drawing/2014/main" id="{70FC82BF-26F2-4446-8AC4-18382FC81A2C}"/>
              </a:ext>
            </a:extLst>
          </p:cNvPr>
          <p:cNvCxnSpPr/>
          <p:nvPr/>
        </p:nvCxnSpPr>
        <p:spPr>
          <a:xfrm>
            <a:off x="5391509" y="3448917"/>
            <a:ext cx="1199072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custDataLst>
      <p:tags r:id="rId1"/>
    </p:custDataLst>
    <p:extLst>
      <p:ext uri="{BB962C8B-B14F-4D97-AF65-F5344CB8AC3E}">
        <p14:creationId xmlns:p14="http://schemas.microsoft.com/office/powerpoint/2010/main" val="3625292783"/>
      </p:ext>
    </p:extLst>
  </p:cSld>
  <p:clrMapOvr>
    <a:masterClrMapping/>
  </p:clrMapOvr>
  <p:transition advTm="2000">
    <p:comb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0" name="Прямая соединительная линия 49">
            <a:extLst>
              <a:ext uri="{FF2B5EF4-FFF2-40B4-BE49-F238E27FC236}">
                <a16:creationId xmlns:a16="http://schemas.microsoft.com/office/drawing/2014/main" id="{318752BD-E13D-44EA-B17F-1861549352A9}"/>
              </a:ext>
            </a:extLst>
          </p:cNvPr>
          <p:cNvCxnSpPr/>
          <p:nvPr/>
        </p:nvCxnSpPr>
        <p:spPr>
          <a:xfrm>
            <a:off x="7315340" y="5148782"/>
            <a:ext cx="148096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Прямая соединительная линия 47">
            <a:extLst>
              <a:ext uri="{FF2B5EF4-FFF2-40B4-BE49-F238E27FC236}">
                <a16:creationId xmlns:a16="http://schemas.microsoft.com/office/drawing/2014/main" id="{B609F7CC-05C7-4C71-B455-06570103484E}"/>
              </a:ext>
            </a:extLst>
          </p:cNvPr>
          <p:cNvCxnSpPr/>
          <p:nvPr/>
        </p:nvCxnSpPr>
        <p:spPr>
          <a:xfrm>
            <a:off x="7315341" y="4988964"/>
            <a:ext cx="148095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Прямая соединительная линия 48">
            <a:extLst>
              <a:ext uri="{FF2B5EF4-FFF2-40B4-BE49-F238E27FC236}">
                <a16:creationId xmlns:a16="http://schemas.microsoft.com/office/drawing/2014/main" id="{164E904E-449C-46D4-83EB-1AC84976F039}"/>
              </a:ext>
            </a:extLst>
          </p:cNvPr>
          <p:cNvCxnSpPr/>
          <p:nvPr/>
        </p:nvCxnSpPr>
        <p:spPr>
          <a:xfrm>
            <a:off x="7315340" y="4835515"/>
            <a:ext cx="148096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Прямая соединительная линия 45">
            <a:extLst>
              <a:ext uri="{FF2B5EF4-FFF2-40B4-BE49-F238E27FC236}">
                <a16:creationId xmlns:a16="http://schemas.microsoft.com/office/drawing/2014/main" id="{7DA83896-A2F3-457F-8ED4-FB9B581B2C78}"/>
              </a:ext>
            </a:extLst>
          </p:cNvPr>
          <p:cNvCxnSpPr>
            <a:cxnSpLocks/>
          </p:cNvCxnSpPr>
          <p:nvPr/>
        </p:nvCxnSpPr>
        <p:spPr>
          <a:xfrm>
            <a:off x="7319431" y="4035066"/>
            <a:ext cx="148096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Прямая соединительная линия 46">
            <a:extLst>
              <a:ext uri="{FF2B5EF4-FFF2-40B4-BE49-F238E27FC236}">
                <a16:creationId xmlns:a16="http://schemas.microsoft.com/office/drawing/2014/main" id="{1CACFA15-BF8B-4516-84FC-9138AC247975}"/>
              </a:ext>
            </a:extLst>
          </p:cNvPr>
          <p:cNvCxnSpPr/>
          <p:nvPr/>
        </p:nvCxnSpPr>
        <p:spPr>
          <a:xfrm>
            <a:off x="7319432" y="3894667"/>
            <a:ext cx="148095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Прямая соединительная линия 4">
            <a:extLst>
              <a:ext uri="{FF2B5EF4-FFF2-40B4-BE49-F238E27FC236}">
                <a16:creationId xmlns:a16="http://schemas.microsoft.com/office/drawing/2014/main" id="{5BBAD59F-986E-425A-9D55-C7DA55DB3D43}"/>
              </a:ext>
            </a:extLst>
          </p:cNvPr>
          <p:cNvCxnSpPr>
            <a:stCxn id="27" idx="3"/>
            <a:endCxn id="24" idx="1"/>
          </p:cNvCxnSpPr>
          <p:nvPr/>
        </p:nvCxnSpPr>
        <p:spPr>
          <a:xfrm>
            <a:off x="7319432" y="2924883"/>
            <a:ext cx="148096" cy="1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Прямая соединительная линия 44">
            <a:extLst>
              <a:ext uri="{FF2B5EF4-FFF2-40B4-BE49-F238E27FC236}">
                <a16:creationId xmlns:a16="http://schemas.microsoft.com/office/drawing/2014/main" id="{FC1F96E4-044A-4423-AFA0-42FEFF8C86CC}"/>
              </a:ext>
            </a:extLst>
          </p:cNvPr>
          <p:cNvCxnSpPr/>
          <p:nvPr/>
        </p:nvCxnSpPr>
        <p:spPr>
          <a:xfrm>
            <a:off x="1651070" y="5156200"/>
            <a:ext cx="148096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Прямая соединительная линия 37">
            <a:extLst>
              <a:ext uri="{FF2B5EF4-FFF2-40B4-BE49-F238E27FC236}">
                <a16:creationId xmlns:a16="http://schemas.microsoft.com/office/drawing/2014/main" id="{4F45FB7F-A9DE-413C-985B-06358A6534DC}"/>
              </a:ext>
            </a:extLst>
          </p:cNvPr>
          <p:cNvCxnSpPr>
            <a:stCxn id="20" idx="3"/>
            <a:endCxn id="14" idx="1"/>
          </p:cNvCxnSpPr>
          <p:nvPr/>
        </p:nvCxnSpPr>
        <p:spPr>
          <a:xfrm>
            <a:off x="1651071" y="4996382"/>
            <a:ext cx="148095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Прямая соединительная линия 42">
            <a:extLst>
              <a:ext uri="{FF2B5EF4-FFF2-40B4-BE49-F238E27FC236}">
                <a16:creationId xmlns:a16="http://schemas.microsoft.com/office/drawing/2014/main" id="{E2D39A1F-311E-4F1F-8044-3FA12B8252C9}"/>
              </a:ext>
            </a:extLst>
          </p:cNvPr>
          <p:cNvCxnSpPr/>
          <p:nvPr/>
        </p:nvCxnSpPr>
        <p:spPr>
          <a:xfrm>
            <a:off x="1651070" y="4842933"/>
            <a:ext cx="148096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Прямая соединительная линия 35">
            <a:extLst>
              <a:ext uri="{FF2B5EF4-FFF2-40B4-BE49-F238E27FC236}">
                <a16:creationId xmlns:a16="http://schemas.microsoft.com/office/drawing/2014/main" id="{9EE321A5-2DC1-4680-94FD-257300D11CA6}"/>
              </a:ext>
            </a:extLst>
          </p:cNvPr>
          <p:cNvCxnSpPr>
            <a:cxnSpLocks/>
          </p:cNvCxnSpPr>
          <p:nvPr/>
        </p:nvCxnSpPr>
        <p:spPr>
          <a:xfrm>
            <a:off x="1651070" y="4035066"/>
            <a:ext cx="148096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Прямая соединительная линия 40">
            <a:extLst>
              <a:ext uri="{FF2B5EF4-FFF2-40B4-BE49-F238E27FC236}">
                <a16:creationId xmlns:a16="http://schemas.microsoft.com/office/drawing/2014/main" id="{CA85735A-DAB9-4D2D-BD3E-21E39049134B}"/>
              </a:ext>
            </a:extLst>
          </p:cNvPr>
          <p:cNvCxnSpPr/>
          <p:nvPr/>
        </p:nvCxnSpPr>
        <p:spPr>
          <a:xfrm>
            <a:off x="1651071" y="3894667"/>
            <a:ext cx="148095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Прямая соединительная линия 33">
            <a:extLst>
              <a:ext uri="{FF2B5EF4-FFF2-40B4-BE49-F238E27FC236}">
                <a16:creationId xmlns:a16="http://schemas.microsoft.com/office/drawing/2014/main" id="{B7A2AD04-1A6D-403F-A608-71577AC96F21}"/>
              </a:ext>
            </a:extLst>
          </p:cNvPr>
          <p:cNvCxnSpPr>
            <a:stCxn id="16" idx="3"/>
            <a:endCxn id="12" idx="1"/>
          </p:cNvCxnSpPr>
          <p:nvPr/>
        </p:nvCxnSpPr>
        <p:spPr>
          <a:xfrm>
            <a:off x="1651071" y="2924883"/>
            <a:ext cx="148096" cy="1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05622B6F-3C0A-4D47-9F54-DF470750C4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320" y="618125"/>
            <a:ext cx="2519680" cy="355542"/>
          </a:xfrm>
          <a:prstGeom prst="rect">
            <a:avLst/>
          </a:prstGeom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7595CC17-A47D-48B6-9A6A-053C00475D05}"/>
              </a:ext>
            </a:extLst>
          </p:cNvPr>
          <p:cNvSpPr txBox="1"/>
          <p:nvPr/>
        </p:nvSpPr>
        <p:spPr>
          <a:xfrm>
            <a:off x="0" y="485563"/>
            <a:ext cx="1219199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altLang="ru-RU" sz="3200" dirty="0">
                <a:latin typeface="+mj-lt"/>
              </a:rPr>
              <a:t>Функции системы</a:t>
            </a:r>
            <a:endParaRPr lang="ru-RU" sz="3200" dirty="0">
              <a:latin typeface="+mj-lt"/>
            </a:endParaRPr>
          </a:p>
        </p:txBody>
      </p:sp>
      <p:sp>
        <p:nvSpPr>
          <p:cNvPr id="8" name="Номер слайда 4">
            <a:extLst>
              <a:ext uri="{FF2B5EF4-FFF2-40B4-BE49-F238E27FC236}">
                <a16:creationId xmlns:a16="http://schemas.microsoft.com/office/drawing/2014/main" id="{8B5B8B70-7BE1-4636-9516-68E0742B9221}"/>
              </a:ext>
            </a:extLst>
          </p:cNvPr>
          <p:cNvSpPr txBox="1">
            <a:spLocks/>
          </p:cNvSpPr>
          <p:nvPr/>
        </p:nvSpPr>
        <p:spPr>
          <a:xfrm>
            <a:off x="9912350" y="6308726"/>
            <a:ext cx="755650" cy="549275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marL="342900" indent="-342900" algn="l" defTabSz="914400" rtl="0" eaLnBrk="0" latinLnBrk="0" hangingPunct="0">
              <a:defRPr kumimoji="1"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1pPr>
            <a:lvl2pPr marL="457200" algn="l" defTabSz="914400" rtl="0" eaLnBrk="0" latinLnBrk="0" hangingPunct="0">
              <a:defRPr kumimoji="1"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2pPr>
            <a:lvl3pPr marL="1143000" indent="-228600" algn="l" defTabSz="914400" rtl="0" eaLnBrk="0" latinLnBrk="0" hangingPunct="0">
              <a:defRPr kumimoji="1"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3pPr>
            <a:lvl4pPr marL="1600200" indent="-228600" algn="l" defTabSz="914400" rtl="0" eaLnBrk="0" latinLnBrk="0" hangingPunct="0">
              <a:defRPr kumimoji="1"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4pPr>
            <a:lvl5pPr marL="2057400" indent="-228600" algn="l" defTabSz="914400" rtl="0" eaLnBrk="0" latinLnBrk="0" hangingPunct="0">
              <a:defRPr kumimoji="1"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5pPr>
            <a:lvl6pPr marL="25146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6pPr>
            <a:lvl7pPr marL="29718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7pPr>
            <a:lvl8pPr marL="34290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8pPr>
            <a:lvl9pPr marL="38862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9pPr>
          </a:lstStyle>
          <a:p>
            <a:pPr marL="0" lvl="1" algn="ctr" eaLnBrk="1" hangingPunct="1"/>
            <a:fld id="{A5BB4BF9-1406-4C0C-B55A-3050AE55AF7F}" type="slidenum">
              <a:rPr lang="ru-RU" altLang="ru-RU" smtClean="0"/>
              <a:pPr marL="0" lvl="1" algn="ctr" eaLnBrk="1" hangingPunct="1"/>
              <a:t>8</a:t>
            </a:fld>
            <a:endParaRPr lang="ru-RU" altLang="ru-RU" dirty="0">
              <a:latin typeface="Calibri" panose="020F0502020204030204" pitchFamily="34" charset="0"/>
            </a:endParaRPr>
          </a:p>
        </p:txBody>
      </p:sp>
      <p:sp>
        <p:nvSpPr>
          <p:cNvPr id="9" name="图形">
            <a:extLst>
              <a:ext uri="{FF2B5EF4-FFF2-40B4-BE49-F238E27FC236}">
                <a16:creationId xmlns:a16="http://schemas.microsoft.com/office/drawing/2014/main" id="{B111B0ED-B1EB-47E7-8EC1-BC6221D91040}"/>
              </a:ext>
            </a:extLst>
          </p:cNvPr>
          <p:cNvSpPr/>
          <p:nvPr/>
        </p:nvSpPr>
        <p:spPr>
          <a:xfrm>
            <a:off x="1799166" y="1719252"/>
            <a:ext cx="3648255" cy="549275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95000"/>
              </a:schemeClr>
            </a:solidFill>
          </a:ln>
          <a:effectLst>
            <a:outerShdw blurRad="609600" dist="38100" dir="2700000" algn="tl" rotWithShape="0">
              <a:srgbClr val="6151DE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ru-RU" sz="2000" b="0" i="0" dirty="0">
                <a:solidFill>
                  <a:schemeClr val="tx1"/>
                </a:solidFill>
                <a:effectLst/>
              </a:rPr>
              <a:t>Студент</a:t>
            </a:r>
            <a:endParaRPr lang="ru-RU" b="0" i="0" dirty="0">
              <a:solidFill>
                <a:schemeClr val="tx1"/>
              </a:solidFill>
              <a:effectLst/>
            </a:endParaRPr>
          </a:p>
        </p:txBody>
      </p:sp>
      <p:sp>
        <p:nvSpPr>
          <p:cNvPr id="10" name="图形">
            <a:extLst>
              <a:ext uri="{FF2B5EF4-FFF2-40B4-BE49-F238E27FC236}">
                <a16:creationId xmlns:a16="http://schemas.microsoft.com/office/drawing/2014/main" id="{F6AFF50E-675F-4494-A646-0C0A97FF6315}"/>
              </a:ext>
            </a:extLst>
          </p:cNvPr>
          <p:cNvSpPr/>
          <p:nvPr/>
        </p:nvSpPr>
        <p:spPr>
          <a:xfrm>
            <a:off x="1078724" y="1719252"/>
            <a:ext cx="580109" cy="549275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95000"/>
              </a:schemeClr>
            </a:solidFill>
          </a:ln>
          <a:effectLst>
            <a:outerShdw blurRad="609600" dist="38100" dir="2700000" algn="tl" rotWithShape="0">
              <a:srgbClr val="6151DE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dirty="0">
              <a:solidFill>
                <a:schemeClr val="tx1"/>
              </a:solidFill>
              <a:effectLst>
                <a:outerShdw blurRad="50800" dist="38100" dir="2700000" algn="tl" rotWithShape="0">
                  <a:schemeClr val="bg1">
                    <a:alpha val="40000"/>
                  </a:schemeClr>
                </a:outerShdw>
              </a:effectLst>
              <a:cs typeface="+mn-ea"/>
              <a:sym typeface="+mn-lt"/>
            </a:endParaRPr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A8684231-BCE8-420C-9B1B-B15535106FD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9594" y="1754705"/>
            <a:ext cx="478368" cy="478368"/>
          </a:xfrm>
          <a:prstGeom prst="rect">
            <a:avLst/>
          </a:prstGeom>
        </p:spPr>
      </p:pic>
      <p:sp>
        <p:nvSpPr>
          <p:cNvPr id="12" name="图形">
            <a:extLst>
              <a:ext uri="{FF2B5EF4-FFF2-40B4-BE49-F238E27FC236}">
                <a16:creationId xmlns:a16="http://schemas.microsoft.com/office/drawing/2014/main" id="{E7A18CE7-4124-4C59-A4B3-28078714406F}"/>
              </a:ext>
            </a:extLst>
          </p:cNvPr>
          <p:cNvSpPr/>
          <p:nvPr/>
        </p:nvSpPr>
        <p:spPr>
          <a:xfrm>
            <a:off x="1799167" y="2455344"/>
            <a:ext cx="3648255" cy="939079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95000"/>
              </a:schemeClr>
            </a:solidFill>
          </a:ln>
          <a:effectLst>
            <a:outerShdw blurRad="609600" dist="38100" dir="2700000" algn="tl" rotWithShape="0">
              <a:srgbClr val="6151DE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2000" dirty="0">
                <a:solidFill>
                  <a:schemeClr val="tx1"/>
                </a:solidFill>
              </a:rPr>
              <a:t>Взаимодействие с голосовым ассистентом в реальном времени</a:t>
            </a:r>
          </a:p>
        </p:txBody>
      </p:sp>
      <p:sp>
        <p:nvSpPr>
          <p:cNvPr id="13" name="图形">
            <a:extLst>
              <a:ext uri="{FF2B5EF4-FFF2-40B4-BE49-F238E27FC236}">
                <a16:creationId xmlns:a16="http://schemas.microsoft.com/office/drawing/2014/main" id="{697C3685-923B-4749-AC50-66D288594AA4}"/>
              </a:ext>
            </a:extLst>
          </p:cNvPr>
          <p:cNvSpPr/>
          <p:nvPr/>
        </p:nvSpPr>
        <p:spPr>
          <a:xfrm>
            <a:off x="1799167" y="3491094"/>
            <a:ext cx="3648255" cy="939078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95000"/>
              </a:schemeClr>
            </a:solidFill>
          </a:ln>
          <a:effectLst>
            <a:outerShdw blurRad="609600" dist="38100" dir="2700000" algn="tl" rotWithShape="0">
              <a:srgbClr val="6151DE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2000" dirty="0">
                <a:solidFill>
                  <a:schemeClr val="tx1"/>
                </a:solidFill>
              </a:rPr>
              <a:t>Навигация по содержимому курса голосом</a:t>
            </a:r>
          </a:p>
        </p:txBody>
      </p:sp>
      <p:sp>
        <p:nvSpPr>
          <p:cNvPr id="14" name="图形">
            <a:extLst>
              <a:ext uri="{FF2B5EF4-FFF2-40B4-BE49-F238E27FC236}">
                <a16:creationId xmlns:a16="http://schemas.microsoft.com/office/drawing/2014/main" id="{46C68384-3426-44B7-AB94-20949D03ECB8}"/>
              </a:ext>
            </a:extLst>
          </p:cNvPr>
          <p:cNvSpPr/>
          <p:nvPr/>
        </p:nvSpPr>
        <p:spPr>
          <a:xfrm>
            <a:off x="1799166" y="4526843"/>
            <a:ext cx="3648255" cy="939078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95000"/>
              </a:schemeClr>
            </a:solidFill>
          </a:ln>
          <a:effectLst>
            <a:outerShdw blurRad="609600" dist="38100" dir="2700000" algn="tl" rotWithShape="0">
              <a:srgbClr val="6151DE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2000" dirty="0">
                <a:solidFill>
                  <a:schemeClr val="tx1"/>
                </a:solidFill>
              </a:rPr>
              <a:t>Получение подсказок по заданиям от ИИ</a:t>
            </a:r>
          </a:p>
        </p:txBody>
      </p:sp>
      <p:sp>
        <p:nvSpPr>
          <p:cNvPr id="16" name="图形">
            <a:extLst>
              <a:ext uri="{FF2B5EF4-FFF2-40B4-BE49-F238E27FC236}">
                <a16:creationId xmlns:a16="http://schemas.microsoft.com/office/drawing/2014/main" id="{8CCE65A5-273C-47FF-BB3A-541A6DC939F3}"/>
              </a:ext>
            </a:extLst>
          </p:cNvPr>
          <p:cNvSpPr/>
          <p:nvPr/>
        </p:nvSpPr>
        <p:spPr>
          <a:xfrm>
            <a:off x="1066871" y="2591421"/>
            <a:ext cx="584200" cy="666924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95000"/>
              </a:schemeClr>
            </a:solidFill>
          </a:ln>
          <a:effectLst>
            <a:outerShdw blurRad="609600" dist="38100" dir="2700000" algn="tl" rotWithShape="0">
              <a:srgbClr val="6151DE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dirty="0">
                <a:solidFill>
                  <a:schemeClr val="tx1"/>
                </a:solidFill>
                <a:latin typeface="ui-sans-serif"/>
                <a:cs typeface="+mn-ea"/>
                <a:sym typeface="+mn-lt"/>
              </a:rPr>
              <a:t>1</a:t>
            </a:r>
            <a:endParaRPr lang="zh-CN" altLang="en-US" dirty="0">
              <a:solidFill>
                <a:schemeClr val="tx1"/>
              </a:solidFill>
              <a:effectLst>
                <a:outerShdw blurRad="50800" dist="38100" dir="2700000" algn="tl" rotWithShape="0">
                  <a:schemeClr val="bg1">
                    <a:alpha val="40000"/>
                  </a:schemeClr>
                </a:outerShdw>
              </a:effectLst>
              <a:cs typeface="+mn-ea"/>
              <a:sym typeface="+mn-lt"/>
            </a:endParaRPr>
          </a:p>
        </p:txBody>
      </p:sp>
      <p:sp>
        <p:nvSpPr>
          <p:cNvPr id="19" name="图形">
            <a:extLst>
              <a:ext uri="{FF2B5EF4-FFF2-40B4-BE49-F238E27FC236}">
                <a16:creationId xmlns:a16="http://schemas.microsoft.com/office/drawing/2014/main" id="{9FA02F4A-3CE3-486C-99A3-716AAA01AACB}"/>
              </a:ext>
            </a:extLst>
          </p:cNvPr>
          <p:cNvSpPr/>
          <p:nvPr/>
        </p:nvSpPr>
        <p:spPr>
          <a:xfrm>
            <a:off x="1066871" y="3627171"/>
            <a:ext cx="584200" cy="666923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95000"/>
              </a:schemeClr>
            </a:solidFill>
          </a:ln>
          <a:effectLst>
            <a:outerShdw blurRad="609600" dist="38100" dir="2700000" algn="tl" rotWithShape="0">
              <a:srgbClr val="6151DE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ru-RU" altLang="zh-CN" dirty="0">
                <a:solidFill>
                  <a:schemeClr val="tx1"/>
                </a:solidFill>
                <a:latin typeface="ui-sans-serif"/>
                <a:cs typeface="+mn-ea"/>
                <a:sym typeface="+mn-lt"/>
              </a:rPr>
              <a:t>2</a:t>
            </a:r>
            <a:endParaRPr lang="zh-CN" altLang="en-US" dirty="0">
              <a:solidFill>
                <a:schemeClr val="tx1"/>
              </a:solidFill>
              <a:effectLst>
                <a:outerShdw blurRad="50800" dist="38100" dir="2700000" algn="tl" rotWithShape="0">
                  <a:schemeClr val="bg1">
                    <a:alpha val="40000"/>
                  </a:schemeClr>
                </a:outerShdw>
              </a:effectLst>
              <a:cs typeface="+mn-ea"/>
              <a:sym typeface="+mn-lt"/>
            </a:endParaRPr>
          </a:p>
        </p:txBody>
      </p:sp>
      <p:sp>
        <p:nvSpPr>
          <p:cNvPr id="20" name="图形">
            <a:extLst>
              <a:ext uri="{FF2B5EF4-FFF2-40B4-BE49-F238E27FC236}">
                <a16:creationId xmlns:a16="http://schemas.microsoft.com/office/drawing/2014/main" id="{3A4CCFF8-19F1-4063-A265-476339C0EA65}"/>
              </a:ext>
            </a:extLst>
          </p:cNvPr>
          <p:cNvSpPr/>
          <p:nvPr/>
        </p:nvSpPr>
        <p:spPr>
          <a:xfrm>
            <a:off x="1066871" y="4662920"/>
            <a:ext cx="584200" cy="666923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95000"/>
              </a:schemeClr>
            </a:solidFill>
          </a:ln>
          <a:effectLst>
            <a:outerShdw blurRad="609600" dist="38100" dir="2700000" algn="tl" rotWithShape="0">
              <a:srgbClr val="6151DE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ru-RU" altLang="zh-CN" dirty="0">
                <a:solidFill>
                  <a:schemeClr val="tx1"/>
                </a:solidFill>
                <a:latin typeface="ui-sans-serif"/>
                <a:cs typeface="+mn-ea"/>
                <a:sym typeface="+mn-lt"/>
              </a:rPr>
              <a:t>3</a:t>
            </a:r>
            <a:endParaRPr lang="zh-CN" altLang="en-US" dirty="0">
              <a:solidFill>
                <a:schemeClr val="tx1"/>
              </a:solidFill>
              <a:effectLst>
                <a:outerShdw blurRad="50800" dist="38100" dir="2700000" algn="tl" rotWithShape="0">
                  <a:schemeClr val="bg1">
                    <a:alpha val="40000"/>
                  </a:schemeClr>
                </a:outerShdw>
              </a:effectLst>
              <a:cs typeface="+mn-ea"/>
              <a:sym typeface="+mn-lt"/>
            </a:endParaRPr>
          </a:p>
        </p:txBody>
      </p:sp>
      <p:sp>
        <p:nvSpPr>
          <p:cNvPr id="21" name="图形">
            <a:extLst>
              <a:ext uri="{FF2B5EF4-FFF2-40B4-BE49-F238E27FC236}">
                <a16:creationId xmlns:a16="http://schemas.microsoft.com/office/drawing/2014/main" id="{298AFA1E-F82C-4F4B-B3C4-9DD0F40DB11F}"/>
              </a:ext>
            </a:extLst>
          </p:cNvPr>
          <p:cNvSpPr/>
          <p:nvPr/>
        </p:nvSpPr>
        <p:spPr>
          <a:xfrm>
            <a:off x="7412566" y="1719252"/>
            <a:ext cx="3648255" cy="549275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95000"/>
              </a:schemeClr>
            </a:solidFill>
          </a:ln>
          <a:effectLst>
            <a:outerShdw blurRad="609600" dist="38100" dir="2700000" algn="tl" rotWithShape="0">
              <a:srgbClr val="6151DE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ru-RU" sz="2000" dirty="0">
                <a:solidFill>
                  <a:schemeClr val="tx1"/>
                </a:solidFill>
              </a:rPr>
              <a:t>Преподаватель</a:t>
            </a:r>
          </a:p>
        </p:txBody>
      </p:sp>
      <p:sp>
        <p:nvSpPr>
          <p:cNvPr id="22" name="图形">
            <a:extLst>
              <a:ext uri="{FF2B5EF4-FFF2-40B4-BE49-F238E27FC236}">
                <a16:creationId xmlns:a16="http://schemas.microsoft.com/office/drawing/2014/main" id="{E5244BB2-6AD1-4D48-9372-B945A9C02E4C}"/>
              </a:ext>
            </a:extLst>
          </p:cNvPr>
          <p:cNvSpPr/>
          <p:nvPr/>
        </p:nvSpPr>
        <p:spPr>
          <a:xfrm>
            <a:off x="6735232" y="1719252"/>
            <a:ext cx="580109" cy="549275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95000"/>
              </a:schemeClr>
            </a:solidFill>
          </a:ln>
          <a:effectLst>
            <a:outerShdw blurRad="609600" dist="38100" dir="2700000" algn="tl" rotWithShape="0">
              <a:srgbClr val="6151DE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dirty="0">
              <a:solidFill>
                <a:schemeClr val="tx1"/>
              </a:solidFill>
              <a:effectLst>
                <a:outerShdw blurRad="50800" dist="38100" dir="2700000" algn="tl" rotWithShape="0">
                  <a:schemeClr val="bg1">
                    <a:alpha val="40000"/>
                  </a:schemeClr>
                </a:outerShdw>
              </a:effectLst>
              <a:cs typeface="+mn-ea"/>
              <a:sym typeface="+mn-lt"/>
            </a:endParaRPr>
          </a:p>
        </p:txBody>
      </p:sp>
      <p:pic>
        <p:nvPicPr>
          <p:cNvPr id="23" name="Рисунок 22">
            <a:extLst>
              <a:ext uri="{FF2B5EF4-FFF2-40B4-BE49-F238E27FC236}">
                <a16:creationId xmlns:a16="http://schemas.microsoft.com/office/drawing/2014/main" id="{D4BF88E8-21ED-49C0-BFD6-3583E571C88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86102" y="1751506"/>
            <a:ext cx="478368" cy="478368"/>
          </a:xfrm>
          <a:prstGeom prst="rect">
            <a:avLst/>
          </a:prstGeom>
        </p:spPr>
      </p:pic>
      <p:sp>
        <p:nvSpPr>
          <p:cNvPr id="24" name="图形">
            <a:extLst>
              <a:ext uri="{FF2B5EF4-FFF2-40B4-BE49-F238E27FC236}">
                <a16:creationId xmlns:a16="http://schemas.microsoft.com/office/drawing/2014/main" id="{ADEF88EE-CAC3-4574-AC5B-0B58445CB550}"/>
              </a:ext>
            </a:extLst>
          </p:cNvPr>
          <p:cNvSpPr/>
          <p:nvPr/>
        </p:nvSpPr>
        <p:spPr>
          <a:xfrm>
            <a:off x="7467528" y="2455344"/>
            <a:ext cx="3648255" cy="939079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95000"/>
              </a:schemeClr>
            </a:solidFill>
          </a:ln>
          <a:effectLst>
            <a:outerShdw blurRad="609600" dist="38100" dir="2700000" algn="tl" rotWithShape="0">
              <a:srgbClr val="6151DE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2000" dirty="0">
                <a:solidFill>
                  <a:schemeClr val="tx1"/>
                </a:solidFill>
              </a:rPr>
              <a:t>Взаимодействие с голосовым ассистентом в реальном времени</a:t>
            </a:r>
          </a:p>
        </p:txBody>
      </p:sp>
      <p:sp>
        <p:nvSpPr>
          <p:cNvPr id="25" name="图形">
            <a:extLst>
              <a:ext uri="{FF2B5EF4-FFF2-40B4-BE49-F238E27FC236}">
                <a16:creationId xmlns:a16="http://schemas.microsoft.com/office/drawing/2014/main" id="{F7B66B32-115F-4D2A-A2F6-D04585FC58BD}"/>
              </a:ext>
            </a:extLst>
          </p:cNvPr>
          <p:cNvSpPr/>
          <p:nvPr/>
        </p:nvSpPr>
        <p:spPr>
          <a:xfrm>
            <a:off x="7467528" y="3491094"/>
            <a:ext cx="3648255" cy="939078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95000"/>
              </a:schemeClr>
            </a:solidFill>
          </a:ln>
          <a:effectLst>
            <a:outerShdw blurRad="609600" dist="38100" dir="2700000" algn="tl" rotWithShape="0">
              <a:srgbClr val="6151DE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2000" dirty="0">
                <a:solidFill>
                  <a:schemeClr val="tx1"/>
                </a:solidFill>
              </a:rPr>
              <a:t>Запуск автоматической ИИ-проверки домашних заданий</a:t>
            </a:r>
          </a:p>
        </p:txBody>
      </p:sp>
      <p:sp>
        <p:nvSpPr>
          <p:cNvPr id="26" name="图形">
            <a:extLst>
              <a:ext uri="{FF2B5EF4-FFF2-40B4-BE49-F238E27FC236}">
                <a16:creationId xmlns:a16="http://schemas.microsoft.com/office/drawing/2014/main" id="{9BB0E90B-4053-40F9-8EC2-01C78DBF45F4}"/>
              </a:ext>
            </a:extLst>
          </p:cNvPr>
          <p:cNvSpPr/>
          <p:nvPr/>
        </p:nvSpPr>
        <p:spPr>
          <a:xfrm>
            <a:off x="7467527" y="4526843"/>
            <a:ext cx="3648255" cy="939078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95000"/>
              </a:schemeClr>
            </a:solidFill>
          </a:ln>
          <a:effectLst>
            <a:outerShdw blurRad="609600" dist="38100" dir="2700000" algn="tl" rotWithShape="0">
              <a:srgbClr val="6151DE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2000" dirty="0">
                <a:solidFill>
                  <a:schemeClr val="tx1"/>
                </a:solidFill>
              </a:rPr>
              <a:t>Навигация по платформе голосом</a:t>
            </a:r>
          </a:p>
        </p:txBody>
      </p:sp>
      <p:sp>
        <p:nvSpPr>
          <p:cNvPr id="27" name="图形">
            <a:extLst>
              <a:ext uri="{FF2B5EF4-FFF2-40B4-BE49-F238E27FC236}">
                <a16:creationId xmlns:a16="http://schemas.microsoft.com/office/drawing/2014/main" id="{FC3027C5-C050-43A5-8364-5A38BA91D4BF}"/>
              </a:ext>
            </a:extLst>
          </p:cNvPr>
          <p:cNvSpPr/>
          <p:nvPr/>
        </p:nvSpPr>
        <p:spPr>
          <a:xfrm>
            <a:off x="6735232" y="2591421"/>
            <a:ext cx="584200" cy="666924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95000"/>
              </a:schemeClr>
            </a:solidFill>
          </a:ln>
          <a:effectLst>
            <a:outerShdw blurRad="609600" dist="38100" dir="2700000" algn="tl" rotWithShape="0">
              <a:srgbClr val="6151DE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dirty="0">
                <a:solidFill>
                  <a:schemeClr val="tx1"/>
                </a:solidFill>
                <a:latin typeface="ui-sans-serif"/>
                <a:cs typeface="+mn-ea"/>
                <a:sym typeface="+mn-lt"/>
              </a:rPr>
              <a:t>1</a:t>
            </a:r>
            <a:endParaRPr lang="zh-CN" altLang="en-US" dirty="0">
              <a:solidFill>
                <a:schemeClr val="tx1"/>
              </a:solidFill>
              <a:effectLst>
                <a:outerShdw blurRad="50800" dist="38100" dir="2700000" algn="tl" rotWithShape="0">
                  <a:schemeClr val="bg1">
                    <a:alpha val="40000"/>
                  </a:schemeClr>
                </a:outerShdw>
              </a:effectLst>
              <a:cs typeface="+mn-ea"/>
              <a:sym typeface="+mn-lt"/>
            </a:endParaRPr>
          </a:p>
        </p:txBody>
      </p:sp>
      <p:sp>
        <p:nvSpPr>
          <p:cNvPr id="28" name="图形">
            <a:extLst>
              <a:ext uri="{FF2B5EF4-FFF2-40B4-BE49-F238E27FC236}">
                <a16:creationId xmlns:a16="http://schemas.microsoft.com/office/drawing/2014/main" id="{CF2CBF37-8E1F-45AA-AE9E-C181699B21A5}"/>
              </a:ext>
            </a:extLst>
          </p:cNvPr>
          <p:cNvSpPr/>
          <p:nvPr/>
        </p:nvSpPr>
        <p:spPr>
          <a:xfrm>
            <a:off x="6735232" y="3627171"/>
            <a:ext cx="584200" cy="666923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95000"/>
              </a:schemeClr>
            </a:solidFill>
          </a:ln>
          <a:effectLst>
            <a:outerShdw blurRad="609600" dist="38100" dir="2700000" algn="tl" rotWithShape="0">
              <a:srgbClr val="6151DE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ru-RU" altLang="zh-CN" dirty="0">
                <a:solidFill>
                  <a:schemeClr val="tx1"/>
                </a:solidFill>
                <a:latin typeface="ui-sans-serif"/>
                <a:cs typeface="+mn-ea"/>
                <a:sym typeface="+mn-lt"/>
              </a:rPr>
              <a:t>2</a:t>
            </a:r>
            <a:endParaRPr lang="zh-CN" altLang="en-US" dirty="0">
              <a:solidFill>
                <a:schemeClr val="tx1"/>
              </a:solidFill>
              <a:effectLst>
                <a:outerShdw blurRad="50800" dist="38100" dir="2700000" algn="tl" rotWithShape="0">
                  <a:schemeClr val="bg1">
                    <a:alpha val="40000"/>
                  </a:schemeClr>
                </a:outerShdw>
              </a:effectLst>
              <a:cs typeface="+mn-ea"/>
              <a:sym typeface="+mn-lt"/>
            </a:endParaRPr>
          </a:p>
        </p:txBody>
      </p:sp>
      <p:sp>
        <p:nvSpPr>
          <p:cNvPr id="29" name="图形">
            <a:extLst>
              <a:ext uri="{FF2B5EF4-FFF2-40B4-BE49-F238E27FC236}">
                <a16:creationId xmlns:a16="http://schemas.microsoft.com/office/drawing/2014/main" id="{FAB818A3-1BE8-4F8C-858E-5DB39FC93680}"/>
              </a:ext>
            </a:extLst>
          </p:cNvPr>
          <p:cNvSpPr/>
          <p:nvPr/>
        </p:nvSpPr>
        <p:spPr>
          <a:xfrm>
            <a:off x="6735232" y="4662920"/>
            <a:ext cx="584200" cy="666923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95000"/>
              </a:schemeClr>
            </a:solidFill>
          </a:ln>
          <a:effectLst>
            <a:outerShdw blurRad="609600" dist="38100" dir="2700000" algn="tl" rotWithShape="0">
              <a:srgbClr val="6151DE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ru-RU" altLang="zh-CN" dirty="0">
                <a:solidFill>
                  <a:schemeClr val="tx1"/>
                </a:solidFill>
                <a:latin typeface="ui-sans-serif"/>
                <a:cs typeface="+mn-ea"/>
                <a:sym typeface="+mn-lt"/>
              </a:rPr>
              <a:t>3</a:t>
            </a:r>
            <a:endParaRPr lang="zh-CN" altLang="en-US" dirty="0">
              <a:solidFill>
                <a:schemeClr val="tx1"/>
              </a:solidFill>
              <a:effectLst>
                <a:outerShdw blurRad="50800" dist="38100" dir="2700000" algn="tl" rotWithShape="0">
                  <a:schemeClr val="bg1">
                    <a:alpha val="40000"/>
                  </a:schemeClr>
                </a:outerShdw>
              </a:effectLst>
              <a:cs typeface="+mn-ea"/>
              <a:sym typeface="+mn-lt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674970073"/>
      </p:ext>
    </p:extLst>
  </p:cSld>
  <p:clrMapOvr>
    <a:masterClrMapping/>
  </p:clrMapOvr>
  <p:transition advTm="2000">
    <p:comb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5" name="Прямая соединительная линия 44">
            <a:extLst>
              <a:ext uri="{FF2B5EF4-FFF2-40B4-BE49-F238E27FC236}">
                <a16:creationId xmlns:a16="http://schemas.microsoft.com/office/drawing/2014/main" id="{FC1F96E4-044A-4423-AFA0-42FEFF8C86CC}"/>
              </a:ext>
            </a:extLst>
          </p:cNvPr>
          <p:cNvCxnSpPr/>
          <p:nvPr/>
        </p:nvCxnSpPr>
        <p:spPr>
          <a:xfrm>
            <a:off x="4377337" y="4978507"/>
            <a:ext cx="148096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Прямая соединительная линия 37">
            <a:extLst>
              <a:ext uri="{FF2B5EF4-FFF2-40B4-BE49-F238E27FC236}">
                <a16:creationId xmlns:a16="http://schemas.microsoft.com/office/drawing/2014/main" id="{4F45FB7F-A9DE-413C-985B-06358A6534DC}"/>
              </a:ext>
            </a:extLst>
          </p:cNvPr>
          <p:cNvCxnSpPr>
            <a:stCxn id="20" idx="3"/>
            <a:endCxn id="14" idx="1"/>
          </p:cNvCxnSpPr>
          <p:nvPr/>
        </p:nvCxnSpPr>
        <p:spPr>
          <a:xfrm>
            <a:off x="4377338" y="4818689"/>
            <a:ext cx="148095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Прямая соединительная линия 42">
            <a:extLst>
              <a:ext uri="{FF2B5EF4-FFF2-40B4-BE49-F238E27FC236}">
                <a16:creationId xmlns:a16="http://schemas.microsoft.com/office/drawing/2014/main" id="{E2D39A1F-311E-4F1F-8044-3FA12B8252C9}"/>
              </a:ext>
            </a:extLst>
          </p:cNvPr>
          <p:cNvCxnSpPr/>
          <p:nvPr/>
        </p:nvCxnSpPr>
        <p:spPr>
          <a:xfrm>
            <a:off x="4377337" y="4665240"/>
            <a:ext cx="148096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Прямая соединительная линия 35">
            <a:extLst>
              <a:ext uri="{FF2B5EF4-FFF2-40B4-BE49-F238E27FC236}">
                <a16:creationId xmlns:a16="http://schemas.microsoft.com/office/drawing/2014/main" id="{9EE321A5-2DC1-4680-94FD-257300D11CA6}"/>
              </a:ext>
            </a:extLst>
          </p:cNvPr>
          <p:cNvCxnSpPr>
            <a:cxnSpLocks/>
          </p:cNvCxnSpPr>
          <p:nvPr/>
        </p:nvCxnSpPr>
        <p:spPr>
          <a:xfrm>
            <a:off x="4377337" y="3857373"/>
            <a:ext cx="148096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Прямая соединительная линия 40">
            <a:extLst>
              <a:ext uri="{FF2B5EF4-FFF2-40B4-BE49-F238E27FC236}">
                <a16:creationId xmlns:a16="http://schemas.microsoft.com/office/drawing/2014/main" id="{CA85735A-DAB9-4D2D-BD3E-21E39049134B}"/>
              </a:ext>
            </a:extLst>
          </p:cNvPr>
          <p:cNvCxnSpPr/>
          <p:nvPr/>
        </p:nvCxnSpPr>
        <p:spPr>
          <a:xfrm>
            <a:off x="4377338" y="3716974"/>
            <a:ext cx="148095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Прямая соединительная линия 33">
            <a:extLst>
              <a:ext uri="{FF2B5EF4-FFF2-40B4-BE49-F238E27FC236}">
                <a16:creationId xmlns:a16="http://schemas.microsoft.com/office/drawing/2014/main" id="{B7A2AD04-1A6D-403F-A608-71577AC96F21}"/>
              </a:ext>
            </a:extLst>
          </p:cNvPr>
          <p:cNvCxnSpPr>
            <a:stCxn id="16" idx="3"/>
            <a:endCxn id="12" idx="1"/>
          </p:cNvCxnSpPr>
          <p:nvPr/>
        </p:nvCxnSpPr>
        <p:spPr>
          <a:xfrm>
            <a:off x="4377338" y="2747190"/>
            <a:ext cx="148096" cy="1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05622B6F-3C0A-4D47-9F54-DF470750C4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320" y="618125"/>
            <a:ext cx="2519680" cy="355542"/>
          </a:xfrm>
          <a:prstGeom prst="rect">
            <a:avLst/>
          </a:prstGeom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7595CC17-A47D-48B6-9A6A-053C00475D05}"/>
              </a:ext>
            </a:extLst>
          </p:cNvPr>
          <p:cNvSpPr txBox="1"/>
          <p:nvPr/>
        </p:nvSpPr>
        <p:spPr>
          <a:xfrm>
            <a:off x="0" y="485563"/>
            <a:ext cx="1219199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altLang="ru-RU" sz="3200" dirty="0">
                <a:latin typeface="+mj-lt"/>
              </a:rPr>
              <a:t>Функции системы</a:t>
            </a:r>
            <a:endParaRPr lang="ru-RU" sz="3200" dirty="0">
              <a:latin typeface="+mj-lt"/>
            </a:endParaRPr>
          </a:p>
        </p:txBody>
      </p:sp>
      <p:sp>
        <p:nvSpPr>
          <p:cNvPr id="8" name="Номер слайда 4">
            <a:extLst>
              <a:ext uri="{FF2B5EF4-FFF2-40B4-BE49-F238E27FC236}">
                <a16:creationId xmlns:a16="http://schemas.microsoft.com/office/drawing/2014/main" id="{8B5B8B70-7BE1-4636-9516-68E0742B9221}"/>
              </a:ext>
            </a:extLst>
          </p:cNvPr>
          <p:cNvSpPr txBox="1">
            <a:spLocks/>
          </p:cNvSpPr>
          <p:nvPr/>
        </p:nvSpPr>
        <p:spPr>
          <a:xfrm>
            <a:off x="9912350" y="6308726"/>
            <a:ext cx="755650" cy="549275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marL="342900" indent="-342900" algn="l" defTabSz="914400" rtl="0" eaLnBrk="0" latinLnBrk="0" hangingPunct="0">
              <a:defRPr kumimoji="1"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1pPr>
            <a:lvl2pPr marL="457200" algn="l" defTabSz="914400" rtl="0" eaLnBrk="0" latinLnBrk="0" hangingPunct="0">
              <a:defRPr kumimoji="1"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2pPr>
            <a:lvl3pPr marL="1143000" indent="-228600" algn="l" defTabSz="914400" rtl="0" eaLnBrk="0" latinLnBrk="0" hangingPunct="0">
              <a:defRPr kumimoji="1"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3pPr>
            <a:lvl4pPr marL="1600200" indent="-228600" algn="l" defTabSz="914400" rtl="0" eaLnBrk="0" latinLnBrk="0" hangingPunct="0">
              <a:defRPr kumimoji="1"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4pPr>
            <a:lvl5pPr marL="2057400" indent="-228600" algn="l" defTabSz="914400" rtl="0" eaLnBrk="0" latinLnBrk="0" hangingPunct="0">
              <a:defRPr kumimoji="1"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5pPr>
            <a:lvl6pPr marL="25146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6pPr>
            <a:lvl7pPr marL="29718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7pPr>
            <a:lvl8pPr marL="34290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8pPr>
            <a:lvl9pPr marL="38862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9pPr>
          </a:lstStyle>
          <a:p>
            <a:pPr marL="0" lvl="1" algn="ctr" eaLnBrk="1" hangingPunct="1"/>
            <a:fld id="{A5BB4BF9-1406-4C0C-B55A-3050AE55AF7F}" type="slidenum">
              <a:rPr lang="ru-RU" altLang="ru-RU" smtClean="0"/>
              <a:pPr marL="0" lvl="1" algn="ctr" eaLnBrk="1" hangingPunct="1"/>
              <a:t>9</a:t>
            </a:fld>
            <a:endParaRPr lang="ru-RU" altLang="ru-RU" dirty="0">
              <a:latin typeface="Calibri" panose="020F0502020204030204" pitchFamily="34" charset="0"/>
            </a:endParaRPr>
          </a:p>
        </p:txBody>
      </p:sp>
      <p:sp>
        <p:nvSpPr>
          <p:cNvPr id="12" name="图形">
            <a:extLst>
              <a:ext uri="{FF2B5EF4-FFF2-40B4-BE49-F238E27FC236}">
                <a16:creationId xmlns:a16="http://schemas.microsoft.com/office/drawing/2014/main" id="{E7A18CE7-4124-4C59-A4B3-28078714406F}"/>
              </a:ext>
            </a:extLst>
          </p:cNvPr>
          <p:cNvSpPr/>
          <p:nvPr/>
        </p:nvSpPr>
        <p:spPr>
          <a:xfrm>
            <a:off x="4525434" y="2277651"/>
            <a:ext cx="3648255" cy="939079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95000"/>
              </a:schemeClr>
            </a:solidFill>
          </a:ln>
          <a:effectLst>
            <a:outerShdw blurRad="609600" dist="38100" dir="2700000" algn="tl" rotWithShape="0">
              <a:srgbClr val="6151DE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2000" dirty="0">
                <a:solidFill>
                  <a:schemeClr val="tx1"/>
                </a:solidFill>
              </a:rPr>
              <a:t>Взаимодействие с голосовым ассистентом в реальном времени</a:t>
            </a:r>
          </a:p>
        </p:txBody>
      </p:sp>
      <p:sp>
        <p:nvSpPr>
          <p:cNvPr id="13" name="图形">
            <a:extLst>
              <a:ext uri="{FF2B5EF4-FFF2-40B4-BE49-F238E27FC236}">
                <a16:creationId xmlns:a16="http://schemas.microsoft.com/office/drawing/2014/main" id="{697C3685-923B-4749-AC50-66D288594AA4}"/>
              </a:ext>
            </a:extLst>
          </p:cNvPr>
          <p:cNvSpPr/>
          <p:nvPr/>
        </p:nvSpPr>
        <p:spPr>
          <a:xfrm>
            <a:off x="4525434" y="3313401"/>
            <a:ext cx="3648255" cy="939078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95000"/>
              </a:schemeClr>
            </a:solidFill>
          </a:ln>
          <a:effectLst>
            <a:outerShdw blurRad="609600" dist="38100" dir="2700000" algn="tl" rotWithShape="0">
              <a:srgbClr val="6151DE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2000" dirty="0">
                <a:solidFill>
                  <a:schemeClr val="tx1"/>
                </a:solidFill>
              </a:rPr>
              <a:t>Навигация по платформе голосом</a:t>
            </a:r>
          </a:p>
        </p:txBody>
      </p:sp>
      <p:sp>
        <p:nvSpPr>
          <p:cNvPr id="14" name="图形">
            <a:extLst>
              <a:ext uri="{FF2B5EF4-FFF2-40B4-BE49-F238E27FC236}">
                <a16:creationId xmlns:a16="http://schemas.microsoft.com/office/drawing/2014/main" id="{46C68384-3426-44B7-AB94-20949D03ECB8}"/>
              </a:ext>
            </a:extLst>
          </p:cNvPr>
          <p:cNvSpPr/>
          <p:nvPr/>
        </p:nvSpPr>
        <p:spPr>
          <a:xfrm>
            <a:off x="4525433" y="4349150"/>
            <a:ext cx="3648255" cy="939078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95000"/>
              </a:schemeClr>
            </a:solidFill>
          </a:ln>
          <a:effectLst>
            <a:outerShdw blurRad="609600" dist="38100" dir="2700000" algn="tl" rotWithShape="0">
              <a:srgbClr val="6151DE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2000" dirty="0">
                <a:solidFill>
                  <a:schemeClr val="tx1"/>
                </a:solidFill>
              </a:rPr>
              <a:t>Получение отчётности</a:t>
            </a:r>
          </a:p>
        </p:txBody>
      </p:sp>
      <p:sp>
        <p:nvSpPr>
          <p:cNvPr id="16" name="图形">
            <a:extLst>
              <a:ext uri="{FF2B5EF4-FFF2-40B4-BE49-F238E27FC236}">
                <a16:creationId xmlns:a16="http://schemas.microsoft.com/office/drawing/2014/main" id="{8CCE65A5-273C-47FF-BB3A-541A6DC939F3}"/>
              </a:ext>
            </a:extLst>
          </p:cNvPr>
          <p:cNvSpPr/>
          <p:nvPr/>
        </p:nvSpPr>
        <p:spPr>
          <a:xfrm>
            <a:off x="3793138" y="2413728"/>
            <a:ext cx="584200" cy="666924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95000"/>
              </a:schemeClr>
            </a:solidFill>
          </a:ln>
          <a:effectLst>
            <a:outerShdw blurRad="609600" dist="38100" dir="2700000" algn="tl" rotWithShape="0">
              <a:srgbClr val="6151DE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dirty="0">
                <a:solidFill>
                  <a:schemeClr val="tx1"/>
                </a:solidFill>
                <a:latin typeface="ui-sans-serif"/>
                <a:cs typeface="+mn-ea"/>
                <a:sym typeface="+mn-lt"/>
              </a:rPr>
              <a:t>1</a:t>
            </a:r>
            <a:endParaRPr lang="zh-CN" altLang="en-US" dirty="0">
              <a:solidFill>
                <a:schemeClr val="tx1"/>
              </a:solidFill>
              <a:effectLst>
                <a:outerShdw blurRad="50800" dist="38100" dir="2700000" algn="tl" rotWithShape="0">
                  <a:schemeClr val="bg1">
                    <a:alpha val="40000"/>
                  </a:schemeClr>
                </a:outerShdw>
              </a:effectLst>
              <a:cs typeface="+mn-ea"/>
              <a:sym typeface="+mn-lt"/>
            </a:endParaRPr>
          </a:p>
        </p:txBody>
      </p:sp>
      <p:sp>
        <p:nvSpPr>
          <p:cNvPr id="19" name="图形">
            <a:extLst>
              <a:ext uri="{FF2B5EF4-FFF2-40B4-BE49-F238E27FC236}">
                <a16:creationId xmlns:a16="http://schemas.microsoft.com/office/drawing/2014/main" id="{9FA02F4A-3CE3-486C-99A3-716AAA01AACB}"/>
              </a:ext>
            </a:extLst>
          </p:cNvPr>
          <p:cNvSpPr/>
          <p:nvPr/>
        </p:nvSpPr>
        <p:spPr>
          <a:xfrm>
            <a:off x="3793138" y="3449478"/>
            <a:ext cx="584200" cy="666923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95000"/>
              </a:schemeClr>
            </a:solidFill>
          </a:ln>
          <a:effectLst>
            <a:outerShdw blurRad="609600" dist="38100" dir="2700000" algn="tl" rotWithShape="0">
              <a:srgbClr val="6151DE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ru-RU" altLang="zh-CN" dirty="0">
                <a:solidFill>
                  <a:schemeClr val="tx1"/>
                </a:solidFill>
                <a:latin typeface="ui-sans-serif"/>
                <a:cs typeface="+mn-ea"/>
                <a:sym typeface="+mn-lt"/>
              </a:rPr>
              <a:t>2</a:t>
            </a:r>
            <a:endParaRPr lang="zh-CN" altLang="en-US" dirty="0">
              <a:solidFill>
                <a:schemeClr val="tx1"/>
              </a:solidFill>
              <a:effectLst>
                <a:outerShdw blurRad="50800" dist="38100" dir="2700000" algn="tl" rotWithShape="0">
                  <a:schemeClr val="bg1">
                    <a:alpha val="40000"/>
                  </a:schemeClr>
                </a:outerShdw>
              </a:effectLst>
              <a:cs typeface="+mn-ea"/>
              <a:sym typeface="+mn-lt"/>
            </a:endParaRPr>
          </a:p>
        </p:txBody>
      </p:sp>
      <p:sp>
        <p:nvSpPr>
          <p:cNvPr id="20" name="图形">
            <a:extLst>
              <a:ext uri="{FF2B5EF4-FFF2-40B4-BE49-F238E27FC236}">
                <a16:creationId xmlns:a16="http://schemas.microsoft.com/office/drawing/2014/main" id="{3A4CCFF8-19F1-4063-A265-476339C0EA65}"/>
              </a:ext>
            </a:extLst>
          </p:cNvPr>
          <p:cNvSpPr/>
          <p:nvPr/>
        </p:nvSpPr>
        <p:spPr>
          <a:xfrm>
            <a:off x="3793138" y="4485227"/>
            <a:ext cx="584200" cy="666923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95000"/>
              </a:schemeClr>
            </a:solidFill>
          </a:ln>
          <a:effectLst>
            <a:outerShdw blurRad="609600" dist="38100" dir="2700000" algn="tl" rotWithShape="0">
              <a:srgbClr val="6151DE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ru-RU" altLang="zh-CN" dirty="0">
                <a:solidFill>
                  <a:schemeClr val="tx1"/>
                </a:solidFill>
                <a:latin typeface="ui-sans-serif"/>
                <a:cs typeface="+mn-ea"/>
                <a:sym typeface="+mn-lt"/>
              </a:rPr>
              <a:t>3</a:t>
            </a:r>
            <a:endParaRPr lang="zh-CN" altLang="en-US" dirty="0">
              <a:solidFill>
                <a:schemeClr val="tx1"/>
              </a:solidFill>
              <a:effectLst>
                <a:outerShdw blurRad="50800" dist="38100" dir="2700000" algn="tl" rotWithShape="0">
                  <a:schemeClr val="bg1">
                    <a:alpha val="40000"/>
                  </a:schemeClr>
                </a:outerShdw>
              </a:effectLst>
              <a:cs typeface="+mn-ea"/>
              <a:sym typeface="+mn-lt"/>
            </a:endParaRPr>
          </a:p>
        </p:txBody>
      </p:sp>
      <p:sp>
        <p:nvSpPr>
          <p:cNvPr id="35" name="图形">
            <a:extLst>
              <a:ext uri="{FF2B5EF4-FFF2-40B4-BE49-F238E27FC236}">
                <a16:creationId xmlns:a16="http://schemas.microsoft.com/office/drawing/2014/main" id="{D7A56A08-C743-4195-9E0D-4FA4024992F8}"/>
              </a:ext>
            </a:extLst>
          </p:cNvPr>
          <p:cNvSpPr/>
          <p:nvPr/>
        </p:nvSpPr>
        <p:spPr>
          <a:xfrm>
            <a:off x="4525433" y="1533474"/>
            <a:ext cx="3648255" cy="549275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95000"/>
              </a:schemeClr>
            </a:solidFill>
          </a:ln>
          <a:effectLst>
            <a:outerShdw blurRad="609600" dist="38100" dir="2700000" algn="tl" rotWithShape="0">
              <a:srgbClr val="6151DE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2000" dirty="0">
                <a:solidFill>
                  <a:schemeClr val="tx1"/>
                </a:solidFill>
              </a:rPr>
              <a:t>Администратор</a:t>
            </a:r>
          </a:p>
        </p:txBody>
      </p:sp>
      <p:sp>
        <p:nvSpPr>
          <p:cNvPr id="37" name="图形">
            <a:extLst>
              <a:ext uri="{FF2B5EF4-FFF2-40B4-BE49-F238E27FC236}">
                <a16:creationId xmlns:a16="http://schemas.microsoft.com/office/drawing/2014/main" id="{34ED925F-1CCB-47C1-9A3C-4AD8677FB468}"/>
              </a:ext>
            </a:extLst>
          </p:cNvPr>
          <p:cNvSpPr/>
          <p:nvPr/>
        </p:nvSpPr>
        <p:spPr>
          <a:xfrm>
            <a:off x="3793138" y="1532233"/>
            <a:ext cx="580109" cy="549275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95000"/>
              </a:schemeClr>
            </a:solidFill>
          </a:ln>
          <a:effectLst>
            <a:outerShdw blurRad="609600" dist="38100" dir="2700000" algn="tl" rotWithShape="0">
              <a:srgbClr val="6151DE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dirty="0">
              <a:solidFill>
                <a:schemeClr val="tx1"/>
              </a:solidFill>
              <a:effectLst>
                <a:outerShdw blurRad="50800" dist="38100" dir="2700000" algn="tl" rotWithShape="0">
                  <a:schemeClr val="bg1">
                    <a:alpha val="40000"/>
                  </a:schemeClr>
                </a:outerShdw>
              </a:effectLst>
              <a:cs typeface="+mn-ea"/>
              <a:sym typeface="+mn-lt"/>
            </a:endParaRPr>
          </a:p>
        </p:txBody>
      </p:sp>
      <p:pic>
        <p:nvPicPr>
          <p:cNvPr id="39" name="Рисунок 38">
            <a:extLst>
              <a:ext uri="{FF2B5EF4-FFF2-40B4-BE49-F238E27FC236}">
                <a16:creationId xmlns:a16="http://schemas.microsoft.com/office/drawing/2014/main" id="{16D8982F-6557-4CC7-B9B5-7A7D1136107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52475" y="1567686"/>
            <a:ext cx="478368" cy="478368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667675575"/>
      </p:ext>
    </p:extLst>
  </p:cSld>
  <p:clrMapOvr>
    <a:masterClrMapping/>
  </p:clrMapOvr>
  <p:transition advTm="2000">
    <p:comb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05622B6F-3C0A-4D47-9F54-DF470750C4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320" y="618125"/>
            <a:ext cx="2519680" cy="355542"/>
          </a:xfrm>
          <a:prstGeom prst="rect">
            <a:avLst/>
          </a:prstGeom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7595CC17-A47D-48B6-9A6A-053C00475D05}"/>
              </a:ext>
            </a:extLst>
          </p:cNvPr>
          <p:cNvSpPr txBox="1"/>
          <p:nvPr/>
        </p:nvSpPr>
        <p:spPr>
          <a:xfrm>
            <a:off x="0" y="485563"/>
            <a:ext cx="1219199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altLang="ru-RU" sz="3200" dirty="0">
                <a:latin typeface="+mj-lt"/>
              </a:rPr>
              <a:t>Диаграмма вариантов использования</a:t>
            </a:r>
            <a:endParaRPr lang="ru-RU" sz="3200" dirty="0">
              <a:latin typeface="+mj-lt"/>
            </a:endParaRPr>
          </a:p>
        </p:txBody>
      </p:sp>
      <p:sp>
        <p:nvSpPr>
          <p:cNvPr id="8" name="Номер слайда 4">
            <a:extLst>
              <a:ext uri="{FF2B5EF4-FFF2-40B4-BE49-F238E27FC236}">
                <a16:creationId xmlns:a16="http://schemas.microsoft.com/office/drawing/2014/main" id="{8B5B8B70-7BE1-4636-9516-68E0742B9221}"/>
              </a:ext>
            </a:extLst>
          </p:cNvPr>
          <p:cNvSpPr txBox="1">
            <a:spLocks/>
          </p:cNvSpPr>
          <p:nvPr/>
        </p:nvSpPr>
        <p:spPr>
          <a:xfrm>
            <a:off x="9912350" y="6308726"/>
            <a:ext cx="755650" cy="549275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marL="342900" indent="-342900" algn="l" defTabSz="914400" rtl="0" eaLnBrk="0" latinLnBrk="0" hangingPunct="0">
              <a:defRPr kumimoji="1"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1pPr>
            <a:lvl2pPr marL="457200" algn="l" defTabSz="914400" rtl="0" eaLnBrk="0" latinLnBrk="0" hangingPunct="0">
              <a:defRPr kumimoji="1"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2pPr>
            <a:lvl3pPr marL="1143000" indent="-228600" algn="l" defTabSz="914400" rtl="0" eaLnBrk="0" latinLnBrk="0" hangingPunct="0">
              <a:defRPr kumimoji="1"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3pPr>
            <a:lvl4pPr marL="1600200" indent="-228600" algn="l" defTabSz="914400" rtl="0" eaLnBrk="0" latinLnBrk="0" hangingPunct="0">
              <a:defRPr kumimoji="1"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4pPr>
            <a:lvl5pPr marL="2057400" indent="-228600" algn="l" defTabSz="914400" rtl="0" eaLnBrk="0" latinLnBrk="0" hangingPunct="0">
              <a:defRPr kumimoji="1"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5pPr>
            <a:lvl6pPr marL="25146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6pPr>
            <a:lvl7pPr marL="29718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7pPr>
            <a:lvl8pPr marL="34290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8pPr>
            <a:lvl9pPr marL="38862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9pPr>
          </a:lstStyle>
          <a:p>
            <a:pPr marL="0" lvl="1" algn="ctr" eaLnBrk="1" hangingPunct="1"/>
            <a:fld id="{A5BB4BF9-1406-4C0C-B55A-3050AE55AF7F}" type="slidenum">
              <a:rPr lang="ru-RU" altLang="ru-RU" smtClean="0"/>
              <a:pPr marL="0" lvl="1" algn="ctr" eaLnBrk="1" hangingPunct="1"/>
              <a:t>10</a:t>
            </a:fld>
            <a:endParaRPr lang="ru-RU" altLang="ru-RU" dirty="0">
              <a:latin typeface="Calibri" panose="020F0502020204030204" pitchFamily="34" charset="0"/>
            </a:endParaRPr>
          </a:p>
        </p:txBody>
      </p:sp>
      <p:pic>
        <p:nvPicPr>
          <p:cNvPr id="21" name="Рисунок 20">
            <a:extLst>
              <a:ext uri="{FF2B5EF4-FFF2-40B4-BE49-F238E27FC236}">
                <a16:creationId xmlns:a16="http://schemas.microsoft.com/office/drawing/2014/main" id="{F821A687-D497-4021-A1F6-08D9B61345E5}"/>
              </a:ext>
            </a:extLst>
          </p:cNvPr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03868" y="973667"/>
            <a:ext cx="10232812" cy="5854170"/>
          </a:xfrm>
          <a:prstGeom prst="rect">
            <a:avLst/>
          </a:prstGeom>
          <a:noFill/>
          <a:ln>
            <a:noFill/>
          </a:ln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537224813"/>
      </p:ext>
    </p:extLst>
  </p:cSld>
  <p:clrMapOvr>
    <a:masterClrMapping/>
  </p:clrMapOvr>
  <p:transition advTm="2000">
    <p:comb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05622B6F-3C0A-4D47-9F54-DF470750C4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320" y="618125"/>
            <a:ext cx="2519680" cy="355542"/>
          </a:xfrm>
          <a:prstGeom prst="rect">
            <a:avLst/>
          </a:prstGeom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7595CC17-A47D-48B6-9A6A-053C00475D05}"/>
              </a:ext>
            </a:extLst>
          </p:cNvPr>
          <p:cNvSpPr txBox="1"/>
          <p:nvPr/>
        </p:nvSpPr>
        <p:spPr>
          <a:xfrm>
            <a:off x="0" y="485563"/>
            <a:ext cx="12192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3200" dirty="0">
                <a:latin typeface="+mj-lt"/>
              </a:rPr>
              <a:t>Ограничения системы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313724E-E5CA-4A3C-B690-E3B9D277BD5F}"/>
              </a:ext>
            </a:extLst>
          </p:cNvPr>
          <p:cNvSpPr txBox="1"/>
          <p:nvPr/>
        </p:nvSpPr>
        <p:spPr>
          <a:xfrm>
            <a:off x="0" y="1457621"/>
            <a:ext cx="121919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400" dirty="0">
                <a:solidFill>
                  <a:srgbClr val="000000"/>
                </a:solidFill>
                <a:ea typeface="+mj-ea"/>
                <a:cs typeface="+mj-cs"/>
              </a:rPr>
              <a:t>В системе должны быть реализованы ограничение описанные ниже</a:t>
            </a:r>
          </a:p>
        </p:txBody>
      </p:sp>
      <p:sp>
        <p:nvSpPr>
          <p:cNvPr id="6" name="Номер слайда 4">
            <a:extLst>
              <a:ext uri="{FF2B5EF4-FFF2-40B4-BE49-F238E27FC236}">
                <a16:creationId xmlns:a16="http://schemas.microsoft.com/office/drawing/2014/main" id="{FE4492AB-63B1-4F92-851A-A656FCCB04E9}"/>
              </a:ext>
            </a:extLst>
          </p:cNvPr>
          <p:cNvSpPr txBox="1">
            <a:spLocks/>
          </p:cNvSpPr>
          <p:nvPr/>
        </p:nvSpPr>
        <p:spPr>
          <a:xfrm>
            <a:off x="9912350" y="6308726"/>
            <a:ext cx="755650" cy="549275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marL="342900" indent="-342900" algn="l" defTabSz="914400" rtl="0" eaLnBrk="0" latinLnBrk="0" hangingPunct="0">
              <a:defRPr kumimoji="1"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1pPr>
            <a:lvl2pPr marL="457200" algn="l" defTabSz="914400" rtl="0" eaLnBrk="0" latinLnBrk="0" hangingPunct="0">
              <a:defRPr kumimoji="1"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2pPr>
            <a:lvl3pPr marL="1143000" indent="-228600" algn="l" defTabSz="914400" rtl="0" eaLnBrk="0" latinLnBrk="0" hangingPunct="0">
              <a:defRPr kumimoji="1"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3pPr>
            <a:lvl4pPr marL="1600200" indent="-228600" algn="l" defTabSz="914400" rtl="0" eaLnBrk="0" latinLnBrk="0" hangingPunct="0">
              <a:defRPr kumimoji="1"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4pPr>
            <a:lvl5pPr marL="2057400" indent="-228600" algn="l" defTabSz="914400" rtl="0" eaLnBrk="0" latinLnBrk="0" hangingPunct="0">
              <a:defRPr kumimoji="1"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5pPr>
            <a:lvl6pPr marL="25146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6pPr>
            <a:lvl7pPr marL="29718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7pPr>
            <a:lvl8pPr marL="34290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8pPr>
            <a:lvl9pPr marL="38862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9pPr>
          </a:lstStyle>
          <a:p>
            <a:pPr marL="0" lvl="1" algn="ctr" eaLnBrk="1" hangingPunct="1"/>
            <a:fld id="{A5BB4BF9-1406-4C0C-B55A-3050AE55AF7F}" type="slidenum">
              <a:rPr lang="ru-RU" altLang="ru-RU" smtClean="0"/>
              <a:pPr marL="0" lvl="1" algn="ctr" eaLnBrk="1" hangingPunct="1"/>
              <a:t>11</a:t>
            </a:fld>
            <a:endParaRPr lang="ru-RU" altLang="ru-RU" dirty="0">
              <a:latin typeface="Calibri" panose="020F0502020204030204" pitchFamily="34" charset="0"/>
            </a:endParaRPr>
          </a:p>
        </p:txBody>
      </p:sp>
      <p:sp>
        <p:nvSpPr>
          <p:cNvPr id="7" name="图形">
            <a:extLst>
              <a:ext uri="{FF2B5EF4-FFF2-40B4-BE49-F238E27FC236}">
                <a16:creationId xmlns:a16="http://schemas.microsoft.com/office/drawing/2014/main" id="{F86E79C8-A7E8-4AD3-B489-F45A42A83808}"/>
              </a:ext>
            </a:extLst>
          </p:cNvPr>
          <p:cNvSpPr/>
          <p:nvPr/>
        </p:nvSpPr>
        <p:spPr>
          <a:xfrm>
            <a:off x="2417233" y="2218359"/>
            <a:ext cx="8250767" cy="549275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95000"/>
              </a:schemeClr>
            </a:solidFill>
          </a:ln>
          <a:effectLst>
            <a:outerShdw blurRad="609600" dist="38100" dir="2700000" algn="tl" rotWithShape="0">
              <a:srgbClr val="6151DE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ru-RU" sz="2000" dirty="0">
                <a:solidFill>
                  <a:schemeClr val="tx1"/>
                </a:solidFill>
              </a:rPr>
              <a:t>Н</a:t>
            </a:r>
            <a:r>
              <a:rPr lang="ru-RU" sz="2000" b="0" i="0" dirty="0">
                <a:solidFill>
                  <a:schemeClr val="tx1"/>
                </a:solidFill>
                <a:effectLst/>
              </a:rPr>
              <a:t>е более 5 одновременных запросов к ИИ-ассистенту</a:t>
            </a:r>
            <a:endParaRPr lang="ru-RU" b="0" i="0" dirty="0">
              <a:solidFill>
                <a:schemeClr val="tx1"/>
              </a:solidFill>
              <a:effectLst/>
            </a:endParaRPr>
          </a:p>
        </p:txBody>
      </p:sp>
      <p:sp>
        <p:nvSpPr>
          <p:cNvPr id="8" name="图形">
            <a:extLst>
              <a:ext uri="{FF2B5EF4-FFF2-40B4-BE49-F238E27FC236}">
                <a16:creationId xmlns:a16="http://schemas.microsoft.com/office/drawing/2014/main" id="{486ED93F-2C9D-49BE-9037-5F37EBEB3127}"/>
              </a:ext>
            </a:extLst>
          </p:cNvPr>
          <p:cNvSpPr/>
          <p:nvPr/>
        </p:nvSpPr>
        <p:spPr>
          <a:xfrm>
            <a:off x="2417233" y="2981954"/>
            <a:ext cx="8250767" cy="549275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95000"/>
              </a:schemeClr>
            </a:solidFill>
          </a:ln>
          <a:effectLst>
            <a:outerShdw blurRad="609600" dist="38100" dir="2700000" algn="tl" rotWithShape="0">
              <a:srgbClr val="6151DE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ru-RU" sz="2000" dirty="0">
                <a:solidFill>
                  <a:schemeClr val="tx1"/>
                </a:solidFill>
              </a:rPr>
              <a:t>Время ожидания ответа — не более 5 минут</a:t>
            </a:r>
          </a:p>
        </p:txBody>
      </p:sp>
      <p:sp>
        <p:nvSpPr>
          <p:cNvPr id="9" name="图形">
            <a:extLst>
              <a:ext uri="{FF2B5EF4-FFF2-40B4-BE49-F238E27FC236}">
                <a16:creationId xmlns:a16="http://schemas.microsoft.com/office/drawing/2014/main" id="{EAB86914-6B36-4109-A321-E5B8787F3EF8}"/>
              </a:ext>
            </a:extLst>
          </p:cNvPr>
          <p:cNvSpPr/>
          <p:nvPr/>
        </p:nvSpPr>
        <p:spPr>
          <a:xfrm>
            <a:off x="2417233" y="3745549"/>
            <a:ext cx="8250767" cy="549275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95000"/>
              </a:schemeClr>
            </a:solidFill>
          </a:ln>
          <a:effectLst>
            <a:outerShdw blurRad="609600" dist="38100" dir="2700000" algn="tl" rotWithShape="0">
              <a:srgbClr val="6151DE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2000" dirty="0">
                <a:solidFill>
                  <a:schemeClr val="tx1"/>
                </a:solidFill>
              </a:rPr>
              <a:t>Ответ ИИ — не более 500 слов, вопрос — не более 300 слов</a:t>
            </a:r>
          </a:p>
        </p:txBody>
      </p:sp>
      <p:sp>
        <p:nvSpPr>
          <p:cNvPr id="10" name="图形">
            <a:extLst>
              <a:ext uri="{FF2B5EF4-FFF2-40B4-BE49-F238E27FC236}">
                <a16:creationId xmlns:a16="http://schemas.microsoft.com/office/drawing/2014/main" id="{6B155E66-52DE-4BA6-B481-F6ABD9D7A377}"/>
              </a:ext>
            </a:extLst>
          </p:cNvPr>
          <p:cNvSpPr/>
          <p:nvPr/>
        </p:nvSpPr>
        <p:spPr>
          <a:xfrm>
            <a:off x="1739899" y="2218359"/>
            <a:ext cx="580109" cy="549275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95000"/>
              </a:schemeClr>
            </a:solidFill>
          </a:ln>
          <a:effectLst>
            <a:outerShdw blurRad="609600" dist="38100" dir="2700000" algn="tl" rotWithShape="0">
              <a:srgbClr val="6151DE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dirty="0">
              <a:solidFill>
                <a:schemeClr val="tx1"/>
              </a:solidFill>
              <a:effectLst>
                <a:outerShdw blurRad="50800" dist="38100" dir="2700000" algn="tl" rotWithShape="0">
                  <a:schemeClr val="bg1">
                    <a:alpha val="40000"/>
                  </a:schemeClr>
                </a:outerShdw>
              </a:effectLst>
              <a:cs typeface="+mn-ea"/>
              <a:sym typeface="+mn-lt"/>
            </a:endParaRPr>
          </a:p>
        </p:txBody>
      </p:sp>
      <p:sp>
        <p:nvSpPr>
          <p:cNvPr id="11" name="图形">
            <a:extLst>
              <a:ext uri="{FF2B5EF4-FFF2-40B4-BE49-F238E27FC236}">
                <a16:creationId xmlns:a16="http://schemas.microsoft.com/office/drawing/2014/main" id="{6BAD7F98-3344-4915-9F38-0E44B7A8B0EB}"/>
              </a:ext>
            </a:extLst>
          </p:cNvPr>
          <p:cNvSpPr/>
          <p:nvPr/>
        </p:nvSpPr>
        <p:spPr>
          <a:xfrm>
            <a:off x="1739899" y="2981954"/>
            <a:ext cx="580109" cy="549275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95000"/>
              </a:schemeClr>
            </a:solidFill>
          </a:ln>
          <a:effectLst>
            <a:outerShdw blurRad="609600" dist="38100" dir="2700000" algn="tl" rotWithShape="0">
              <a:srgbClr val="6151DE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dirty="0">
              <a:solidFill>
                <a:schemeClr val="tx1"/>
              </a:solidFill>
              <a:effectLst>
                <a:outerShdw blurRad="50800" dist="38100" dir="2700000" algn="tl" rotWithShape="0">
                  <a:schemeClr val="bg1">
                    <a:alpha val="40000"/>
                  </a:schemeClr>
                </a:outerShdw>
              </a:effectLst>
              <a:cs typeface="+mn-ea"/>
              <a:sym typeface="+mn-lt"/>
            </a:endParaRPr>
          </a:p>
        </p:txBody>
      </p:sp>
      <p:sp>
        <p:nvSpPr>
          <p:cNvPr id="12" name="图形">
            <a:extLst>
              <a:ext uri="{FF2B5EF4-FFF2-40B4-BE49-F238E27FC236}">
                <a16:creationId xmlns:a16="http://schemas.microsoft.com/office/drawing/2014/main" id="{70739472-BD95-4773-BFD9-590642075315}"/>
              </a:ext>
            </a:extLst>
          </p:cNvPr>
          <p:cNvSpPr/>
          <p:nvPr/>
        </p:nvSpPr>
        <p:spPr>
          <a:xfrm>
            <a:off x="1744132" y="3745548"/>
            <a:ext cx="580109" cy="549275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95000"/>
              </a:schemeClr>
            </a:solidFill>
          </a:ln>
          <a:effectLst>
            <a:outerShdw blurRad="609600" dist="38100" dir="2700000" algn="tl" rotWithShape="0">
              <a:srgbClr val="6151DE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dirty="0">
              <a:solidFill>
                <a:schemeClr val="tx1"/>
              </a:solidFill>
              <a:effectLst>
                <a:outerShdw blurRad="50800" dist="38100" dir="2700000" algn="tl" rotWithShape="0">
                  <a:schemeClr val="bg1">
                    <a:alpha val="40000"/>
                  </a:schemeClr>
                </a:outerShdw>
              </a:effectLst>
              <a:cs typeface="+mn-ea"/>
              <a:sym typeface="+mn-lt"/>
            </a:endParaRPr>
          </a:p>
        </p:txBody>
      </p:sp>
      <p:pic>
        <p:nvPicPr>
          <p:cNvPr id="27" name="Рисунок 26">
            <a:extLst>
              <a:ext uri="{FF2B5EF4-FFF2-40B4-BE49-F238E27FC236}">
                <a16:creationId xmlns:a16="http://schemas.microsoft.com/office/drawing/2014/main" id="{9CA5D517-077D-4BB0-B0B4-3F766413ABA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90769" y="2278930"/>
            <a:ext cx="478368" cy="478368"/>
          </a:xfrm>
          <a:prstGeom prst="rect">
            <a:avLst/>
          </a:prstGeom>
        </p:spPr>
      </p:pic>
      <p:pic>
        <p:nvPicPr>
          <p:cNvPr id="34" name="Рисунок 33">
            <a:extLst>
              <a:ext uri="{FF2B5EF4-FFF2-40B4-BE49-F238E27FC236}">
                <a16:creationId xmlns:a16="http://schemas.microsoft.com/office/drawing/2014/main" id="{28BB95B3-39E4-4BBF-BDB1-358B1C0E83E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41640" y="3026107"/>
            <a:ext cx="478368" cy="478368"/>
          </a:xfrm>
          <a:prstGeom prst="rect">
            <a:avLst/>
          </a:prstGeom>
        </p:spPr>
      </p:pic>
      <p:sp>
        <p:nvSpPr>
          <p:cNvPr id="35" name="图形">
            <a:extLst>
              <a:ext uri="{FF2B5EF4-FFF2-40B4-BE49-F238E27FC236}">
                <a16:creationId xmlns:a16="http://schemas.microsoft.com/office/drawing/2014/main" id="{06DB5A1E-DD48-4C66-B2E0-43F81496AE4D}"/>
              </a:ext>
            </a:extLst>
          </p:cNvPr>
          <p:cNvSpPr/>
          <p:nvPr/>
        </p:nvSpPr>
        <p:spPr>
          <a:xfrm>
            <a:off x="2417233" y="4509142"/>
            <a:ext cx="8250767" cy="549275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95000"/>
              </a:schemeClr>
            </a:solidFill>
          </a:ln>
          <a:effectLst>
            <a:outerShdw blurRad="609600" dist="38100" dir="2700000" algn="tl" rotWithShape="0">
              <a:srgbClr val="6151DE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2000" dirty="0">
                <a:solidFill>
                  <a:schemeClr val="tx1"/>
                </a:solidFill>
              </a:rPr>
              <a:t>Стабильное интернет-соединение</a:t>
            </a:r>
          </a:p>
        </p:txBody>
      </p:sp>
      <p:sp>
        <p:nvSpPr>
          <p:cNvPr id="36" name="图形">
            <a:extLst>
              <a:ext uri="{FF2B5EF4-FFF2-40B4-BE49-F238E27FC236}">
                <a16:creationId xmlns:a16="http://schemas.microsoft.com/office/drawing/2014/main" id="{EB8D4BB2-81B2-4AA7-BD2A-BEF809879A59}"/>
              </a:ext>
            </a:extLst>
          </p:cNvPr>
          <p:cNvSpPr/>
          <p:nvPr/>
        </p:nvSpPr>
        <p:spPr>
          <a:xfrm>
            <a:off x="1744132" y="4509141"/>
            <a:ext cx="580109" cy="549275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95000"/>
              </a:schemeClr>
            </a:solidFill>
          </a:ln>
          <a:effectLst>
            <a:outerShdw blurRad="609600" dist="38100" dir="2700000" algn="tl" rotWithShape="0">
              <a:srgbClr val="6151DE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dirty="0">
              <a:solidFill>
                <a:schemeClr val="tx1"/>
              </a:solidFill>
              <a:effectLst>
                <a:outerShdw blurRad="50800" dist="38100" dir="2700000" algn="tl" rotWithShape="0">
                  <a:schemeClr val="bg1">
                    <a:alpha val="40000"/>
                  </a:schemeClr>
                </a:outerShdw>
              </a:effectLst>
              <a:cs typeface="+mn-ea"/>
              <a:sym typeface="+mn-lt"/>
            </a:endParaRPr>
          </a:p>
        </p:txBody>
      </p:sp>
      <p:pic>
        <p:nvPicPr>
          <p:cNvPr id="38" name="Рисунок 37">
            <a:extLst>
              <a:ext uri="{FF2B5EF4-FFF2-40B4-BE49-F238E27FC236}">
                <a16:creationId xmlns:a16="http://schemas.microsoft.com/office/drawing/2014/main" id="{1A30F1A3-77A4-47F4-91D1-A6BC5D4FCCB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flipH="1">
            <a:off x="1790767" y="3772302"/>
            <a:ext cx="478370" cy="478370"/>
          </a:xfrm>
          <a:prstGeom prst="rect">
            <a:avLst/>
          </a:prstGeom>
        </p:spPr>
      </p:pic>
      <p:pic>
        <p:nvPicPr>
          <p:cNvPr id="40" name="Рисунок 39">
            <a:extLst>
              <a:ext uri="{FF2B5EF4-FFF2-40B4-BE49-F238E27FC236}">
                <a16:creationId xmlns:a16="http://schemas.microsoft.com/office/drawing/2014/main" id="{388F2FD9-D112-4E76-9B79-11A94B6116F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790769" y="4544594"/>
            <a:ext cx="478368" cy="478368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4161225677"/>
      </p:ext>
    </p:extLst>
  </p:cSld>
  <p:clrMapOvr>
    <a:masterClrMapping/>
  </p:clrMapOvr>
  <p:transition advTm="2000">
    <p:comb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05622B6F-3C0A-4D47-9F54-DF470750C4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320" y="618125"/>
            <a:ext cx="2519680" cy="355542"/>
          </a:xfrm>
          <a:prstGeom prst="rect">
            <a:avLst/>
          </a:prstGeom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7595CC17-A47D-48B6-9A6A-053C00475D05}"/>
              </a:ext>
            </a:extLst>
          </p:cNvPr>
          <p:cNvSpPr txBox="1"/>
          <p:nvPr/>
        </p:nvSpPr>
        <p:spPr>
          <a:xfrm>
            <a:off x="0" y="485563"/>
            <a:ext cx="12192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altLang="ru-RU" sz="3200" dirty="0">
                <a:latin typeface="+mj-lt"/>
              </a:rPr>
              <a:t>Критерии оценки результатов</a:t>
            </a:r>
            <a:endParaRPr lang="ru-RU" sz="3200" dirty="0">
              <a:latin typeface="+mj-lt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313724E-E5CA-4A3C-B690-E3B9D277BD5F}"/>
              </a:ext>
            </a:extLst>
          </p:cNvPr>
          <p:cNvSpPr txBox="1"/>
          <p:nvPr/>
        </p:nvSpPr>
        <p:spPr>
          <a:xfrm>
            <a:off x="0" y="1457621"/>
            <a:ext cx="12192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400" dirty="0">
                <a:solidFill>
                  <a:srgbClr val="000000"/>
                </a:solidFill>
                <a:ea typeface="+mj-ea"/>
                <a:cs typeface="+mj-cs"/>
              </a:rPr>
              <a:t>Критерии оценки результата описаны ниже</a:t>
            </a:r>
          </a:p>
          <a:p>
            <a:pPr algn="ctr"/>
            <a:endParaRPr lang="ru-RU" sz="2400" dirty="0">
              <a:solidFill>
                <a:srgbClr val="000000"/>
              </a:solidFill>
              <a:ea typeface="+mj-ea"/>
              <a:cs typeface="+mj-cs"/>
            </a:endParaRPr>
          </a:p>
        </p:txBody>
      </p:sp>
      <p:sp>
        <p:nvSpPr>
          <p:cNvPr id="6" name="Номер слайда 4">
            <a:extLst>
              <a:ext uri="{FF2B5EF4-FFF2-40B4-BE49-F238E27FC236}">
                <a16:creationId xmlns:a16="http://schemas.microsoft.com/office/drawing/2014/main" id="{D414DD8B-FDAE-4232-B26E-5011FBBC1500}"/>
              </a:ext>
            </a:extLst>
          </p:cNvPr>
          <p:cNvSpPr txBox="1">
            <a:spLocks/>
          </p:cNvSpPr>
          <p:nvPr/>
        </p:nvSpPr>
        <p:spPr>
          <a:xfrm>
            <a:off x="9912350" y="6308726"/>
            <a:ext cx="755650" cy="549275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marL="342900" indent="-342900" algn="l" defTabSz="914400" rtl="0" eaLnBrk="0" latinLnBrk="0" hangingPunct="0">
              <a:defRPr kumimoji="1"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1pPr>
            <a:lvl2pPr marL="457200" algn="l" defTabSz="914400" rtl="0" eaLnBrk="0" latinLnBrk="0" hangingPunct="0">
              <a:defRPr kumimoji="1"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2pPr>
            <a:lvl3pPr marL="1143000" indent="-228600" algn="l" defTabSz="914400" rtl="0" eaLnBrk="0" latinLnBrk="0" hangingPunct="0">
              <a:defRPr kumimoji="1"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3pPr>
            <a:lvl4pPr marL="1600200" indent="-228600" algn="l" defTabSz="914400" rtl="0" eaLnBrk="0" latinLnBrk="0" hangingPunct="0">
              <a:defRPr kumimoji="1"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4pPr>
            <a:lvl5pPr marL="2057400" indent="-228600" algn="l" defTabSz="914400" rtl="0" eaLnBrk="0" latinLnBrk="0" hangingPunct="0">
              <a:defRPr kumimoji="1"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5pPr>
            <a:lvl6pPr marL="25146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6pPr>
            <a:lvl7pPr marL="29718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7pPr>
            <a:lvl8pPr marL="34290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8pPr>
            <a:lvl9pPr marL="38862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9pPr>
          </a:lstStyle>
          <a:p>
            <a:pPr marL="0" lvl="1" algn="ctr" eaLnBrk="1" hangingPunct="1"/>
            <a:fld id="{A5BB4BF9-1406-4C0C-B55A-3050AE55AF7F}" type="slidenum">
              <a:rPr lang="ru-RU" altLang="ru-RU" smtClean="0"/>
              <a:pPr marL="0" lvl="1" algn="ctr" eaLnBrk="1" hangingPunct="1"/>
              <a:t>12</a:t>
            </a:fld>
            <a:endParaRPr lang="ru-RU" altLang="ru-RU" dirty="0">
              <a:latin typeface="Calibri" panose="020F0502020204030204" pitchFamily="34" charset="0"/>
            </a:endParaRPr>
          </a:p>
        </p:txBody>
      </p:sp>
      <p:sp>
        <p:nvSpPr>
          <p:cNvPr id="7" name="图形">
            <a:extLst>
              <a:ext uri="{FF2B5EF4-FFF2-40B4-BE49-F238E27FC236}">
                <a16:creationId xmlns:a16="http://schemas.microsoft.com/office/drawing/2014/main" id="{08BE2B27-F14C-4461-8237-B8F1DB754F92}"/>
              </a:ext>
            </a:extLst>
          </p:cNvPr>
          <p:cNvSpPr/>
          <p:nvPr/>
        </p:nvSpPr>
        <p:spPr>
          <a:xfrm>
            <a:off x="2417233" y="2218359"/>
            <a:ext cx="8250767" cy="549275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95000"/>
              </a:schemeClr>
            </a:solidFill>
          </a:ln>
          <a:effectLst>
            <a:outerShdw blurRad="609600" dist="38100" dir="2700000" algn="tl" rotWithShape="0">
              <a:srgbClr val="6151DE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ru-RU" sz="2000" dirty="0">
                <a:solidFill>
                  <a:schemeClr val="tx1"/>
                </a:solidFill>
              </a:rPr>
              <a:t>Переход не менее чем по 3 уровням вложенности</a:t>
            </a:r>
            <a:endParaRPr lang="ru-RU" b="0" i="0" dirty="0">
              <a:solidFill>
                <a:schemeClr val="tx1"/>
              </a:solidFill>
              <a:effectLst/>
            </a:endParaRPr>
          </a:p>
        </p:txBody>
      </p:sp>
      <p:sp>
        <p:nvSpPr>
          <p:cNvPr id="8" name="图形">
            <a:extLst>
              <a:ext uri="{FF2B5EF4-FFF2-40B4-BE49-F238E27FC236}">
                <a16:creationId xmlns:a16="http://schemas.microsoft.com/office/drawing/2014/main" id="{65C78AC5-9725-4514-A578-D63427A67610}"/>
              </a:ext>
            </a:extLst>
          </p:cNvPr>
          <p:cNvSpPr/>
          <p:nvPr/>
        </p:nvSpPr>
        <p:spPr>
          <a:xfrm>
            <a:off x="2417233" y="2981954"/>
            <a:ext cx="8250767" cy="549275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95000"/>
              </a:schemeClr>
            </a:solidFill>
          </a:ln>
          <a:effectLst>
            <a:outerShdw blurRad="609600" dist="38100" dir="2700000" algn="tl" rotWithShape="0">
              <a:srgbClr val="6151DE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ru-RU" sz="2000" dirty="0">
                <a:solidFill>
                  <a:schemeClr val="tx1"/>
                </a:solidFill>
              </a:rPr>
              <a:t>Граф навигации — не менее 20 узлов</a:t>
            </a:r>
          </a:p>
        </p:txBody>
      </p:sp>
      <p:sp>
        <p:nvSpPr>
          <p:cNvPr id="9" name="图形">
            <a:extLst>
              <a:ext uri="{FF2B5EF4-FFF2-40B4-BE49-F238E27FC236}">
                <a16:creationId xmlns:a16="http://schemas.microsoft.com/office/drawing/2014/main" id="{A6DF9430-2A82-4037-ADBE-212E15BA5907}"/>
              </a:ext>
            </a:extLst>
          </p:cNvPr>
          <p:cNvSpPr/>
          <p:nvPr/>
        </p:nvSpPr>
        <p:spPr>
          <a:xfrm>
            <a:off x="2417233" y="3745549"/>
            <a:ext cx="8250767" cy="549275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95000"/>
              </a:schemeClr>
            </a:solidFill>
          </a:ln>
          <a:effectLst>
            <a:outerShdw blurRad="609600" dist="38100" dir="2700000" algn="tl" rotWithShape="0">
              <a:srgbClr val="6151DE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2000" dirty="0">
                <a:solidFill>
                  <a:schemeClr val="tx1"/>
                </a:solidFill>
              </a:rPr>
              <a:t>Корректное распознавание не менее 5 голосовых команд</a:t>
            </a:r>
          </a:p>
        </p:txBody>
      </p:sp>
      <p:sp>
        <p:nvSpPr>
          <p:cNvPr id="10" name="图形">
            <a:extLst>
              <a:ext uri="{FF2B5EF4-FFF2-40B4-BE49-F238E27FC236}">
                <a16:creationId xmlns:a16="http://schemas.microsoft.com/office/drawing/2014/main" id="{EE0A952F-20D0-436F-9F38-09DBB2880C2B}"/>
              </a:ext>
            </a:extLst>
          </p:cNvPr>
          <p:cNvSpPr/>
          <p:nvPr/>
        </p:nvSpPr>
        <p:spPr>
          <a:xfrm>
            <a:off x="1739899" y="2218359"/>
            <a:ext cx="580109" cy="549275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95000"/>
              </a:schemeClr>
            </a:solidFill>
          </a:ln>
          <a:effectLst>
            <a:outerShdw blurRad="609600" dist="38100" dir="2700000" algn="tl" rotWithShape="0">
              <a:srgbClr val="6151DE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dirty="0">
              <a:solidFill>
                <a:schemeClr val="tx1"/>
              </a:solidFill>
              <a:effectLst>
                <a:outerShdw blurRad="50800" dist="38100" dir="2700000" algn="tl" rotWithShape="0">
                  <a:schemeClr val="bg1">
                    <a:alpha val="40000"/>
                  </a:schemeClr>
                </a:outerShdw>
              </a:effectLst>
              <a:cs typeface="+mn-ea"/>
              <a:sym typeface="+mn-lt"/>
            </a:endParaRPr>
          </a:p>
        </p:txBody>
      </p:sp>
      <p:sp>
        <p:nvSpPr>
          <p:cNvPr id="11" name="图形">
            <a:extLst>
              <a:ext uri="{FF2B5EF4-FFF2-40B4-BE49-F238E27FC236}">
                <a16:creationId xmlns:a16="http://schemas.microsoft.com/office/drawing/2014/main" id="{E2C2085E-5EAA-431C-A749-BD3DBF51A27A}"/>
              </a:ext>
            </a:extLst>
          </p:cNvPr>
          <p:cNvSpPr/>
          <p:nvPr/>
        </p:nvSpPr>
        <p:spPr>
          <a:xfrm>
            <a:off x="1739899" y="2981954"/>
            <a:ext cx="580109" cy="549275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95000"/>
              </a:schemeClr>
            </a:solidFill>
          </a:ln>
          <a:effectLst>
            <a:outerShdw blurRad="609600" dist="38100" dir="2700000" algn="tl" rotWithShape="0">
              <a:srgbClr val="6151DE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dirty="0">
              <a:solidFill>
                <a:schemeClr val="tx1"/>
              </a:solidFill>
              <a:effectLst>
                <a:outerShdw blurRad="50800" dist="38100" dir="2700000" algn="tl" rotWithShape="0">
                  <a:schemeClr val="bg1">
                    <a:alpha val="40000"/>
                  </a:schemeClr>
                </a:outerShdw>
              </a:effectLst>
              <a:cs typeface="+mn-ea"/>
              <a:sym typeface="+mn-lt"/>
            </a:endParaRPr>
          </a:p>
        </p:txBody>
      </p:sp>
      <p:sp>
        <p:nvSpPr>
          <p:cNvPr id="12" name="图形">
            <a:extLst>
              <a:ext uri="{FF2B5EF4-FFF2-40B4-BE49-F238E27FC236}">
                <a16:creationId xmlns:a16="http://schemas.microsoft.com/office/drawing/2014/main" id="{E6F3A71A-5AD9-42E1-A3E0-6F4FB2EDCE83}"/>
              </a:ext>
            </a:extLst>
          </p:cNvPr>
          <p:cNvSpPr/>
          <p:nvPr/>
        </p:nvSpPr>
        <p:spPr>
          <a:xfrm>
            <a:off x="1744132" y="3745548"/>
            <a:ext cx="580109" cy="549275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95000"/>
              </a:schemeClr>
            </a:solidFill>
          </a:ln>
          <a:effectLst>
            <a:outerShdw blurRad="609600" dist="38100" dir="2700000" algn="tl" rotWithShape="0">
              <a:srgbClr val="6151DE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dirty="0">
              <a:solidFill>
                <a:schemeClr val="tx1"/>
              </a:solidFill>
              <a:effectLst>
                <a:outerShdw blurRad="50800" dist="38100" dir="2700000" algn="tl" rotWithShape="0">
                  <a:schemeClr val="bg1">
                    <a:alpha val="40000"/>
                  </a:schemeClr>
                </a:outerShdw>
              </a:effectLst>
              <a:cs typeface="+mn-ea"/>
              <a:sym typeface="+mn-lt"/>
            </a:endParaRPr>
          </a:p>
        </p:txBody>
      </p:sp>
      <p:sp>
        <p:nvSpPr>
          <p:cNvPr id="16" name="图形">
            <a:extLst>
              <a:ext uri="{FF2B5EF4-FFF2-40B4-BE49-F238E27FC236}">
                <a16:creationId xmlns:a16="http://schemas.microsoft.com/office/drawing/2014/main" id="{E2FF31F6-BDB7-4244-A94C-294C130E36E2}"/>
              </a:ext>
            </a:extLst>
          </p:cNvPr>
          <p:cNvSpPr/>
          <p:nvPr/>
        </p:nvSpPr>
        <p:spPr>
          <a:xfrm>
            <a:off x="2417233" y="4509142"/>
            <a:ext cx="8250767" cy="549275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95000"/>
              </a:schemeClr>
            </a:solidFill>
          </a:ln>
          <a:effectLst>
            <a:outerShdw blurRad="609600" dist="38100" dir="2700000" algn="tl" rotWithShape="0">
              <a:srgbClr val="6151DE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2000" dirty="0">
                <a:solidFill>
                  <a:schemeClr val="tx1"/>
                </a:solidFill>
              </a:rPr>
              <a:t>Время отклика — 3 секунды</a:t>
            </a:r>
          </a:p>
        </p:txBody>
      </p:sp>
      <p:sp>
        <p:nvSpPr>
          <p:cNvPr id="17" name="图形">
            <a:extLst>
              <a:ext uri="{FF2B5EF4-FFF2-40B4-BE49-F238E27FC236}">
                <a16:creationId xmlns:a16="http://schemas.microsoft.com/office/drawing/2014/main" id="{4542242D-E32D-4CB7-B011-016282325233}"/>
              </a:ext>
            </a:extLst>
          </p:cNvPr>
          <p:cNvSpPr/>
          <p:nvPr/>
        </p:nvSpPr>
        <p:spPr>
          <a:xfrm>
            <a:off x="1744132" y="4509141"/>
            <a:ext cx="580109" cy="549275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95000"/>
              </a:schemeClr>
            </a:solidFill>
          </a:ln>
          <a:effectLst>
            <a:outerShdw blurRad="609600" dist="38100" dir="2700000" algn="tl" rotWithShape="0">
              <a:srgbClr val="6151DE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dirty="0">
              <a:solidFill>
                <a:schemeClr val="tx1"/>
              </a:solidFill>
              <a:effectLst>
                <a:outerShdw blurRad="50800" dist="38100" dir="2700000" algn="tl" rotWithShape="0">
                  <a:schemeClr val="bg1">
                    <a:alpha val="40000"/>
                  </a:schemeClr>
                </a:outerShdw>
              </a:effectLst>
              <a:cs typeface="+mn-ea"/>
              <a:sym typeface="+mn-lt"/>
            </a:endParaRP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2E7B03F6-6AB8-4F44-8B4A-4641063A3E4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90769" y="2236647"/>
            <a:ext cx="478368" cy="478368"/>
          </a:xfrm>
          <a:prstGeom prst="rect">
            <a:avLst/>
          </a:prstGeom>
        </p:spPr>
      </p:pic>
      <p:pic>
        <p:nvPicPr>
          <p:cNvPr id="21" name="Рисунок 20">
            <a:extLst>
              <a:ext uri="{FF2B5EF4-FFF2-40B4-BE49-F238E27FC236}">
                <a16:creationId xmlns:a16="http://schemas.microsoft.com/office/drawing/2014/main" id="{8A317648-BF15-4F00-A4AE-7209D7E6F92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90768" y="3010270"/>
            <a:ext cx="478368" cy="478368"/>
          </a:xfrm>
          <a:prstGeom prst="rect">
            <a:avLst/>
          </a:prstGeom>
        </p:spPr>
      </p:pic>
      <p:pic>
        <p:nvPicPr>
          <p:cNvPr id="23" name="Рисунок 22">
            <a:extLst>
              <a:ext uri="{FF2B5EF4-FFF2-40B4-BE49-F238E27FC236}">
                <a16:creationId xmlns:a16="http://schemas.microsoft.com/office/drawing/2014/main" id="{89362481-61FB-4EDF-842A-3E36DD76BB0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41640" y="3765862"/>
            <a:ext cx="478368" cy="478368"/>
          </a:xfrm>
          <a:prstGeom prst="rect">
            <a:avLst/>
          </a:prstGeom>
        </p:spPr>
      </p:pic>
      <p:pic>
        <p:nvPicPr>
          <p:cNvPr id="25" name="Рисунок 24">
            <a:extLst>
              <a:ext uri="{FF2B5EF4-FFF2-40B4-BE49-F238E27FC236}">
                <a16:creationId xmlns:a16="http://schemas.microsoft.com/office/drawing/2014/main" id="{F930C5AD-1974-4DA5-818D-9ED39938329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809326" y="4544594"/>
            <a:ext cx="478368" cy="478368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340666018"/>
      </p:ext>
    </p:extLst>
  </p:cSld>
  <p:clrMapOvr>
    <a:masterClrMapping/>
  </p:clrMapOvr>
  <p:transition advTm="2000">
    <p:comb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05622B6F-3C0A-4D47-9F54-DF470750C4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320" y="618125"/>
            <a:ext cx="2519680" cy="355542"/>
          </a:xfrm>
          <a:prstGeom prst="rect">
            <a:avLst/>
          </a:prstGeom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7595CC17-A47D-48B6-9A6A-053C00475D05}"/>
              </a:ext>
            </a:extLst>
          </p:cNvPr>
          <p:cNvSpPr txBox="1"/>
          <p:nvPr/>
        </p:nvSpPr>
        <p:spPr>
          <a:xfrm>
            <a:off x="0" y="485563"/>
            <a:ext cx="12192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altLang="ru-RU" sz="3200" dirty="0">
                <a:latin typeface="+mj-lt"/>
              </a:rPr>
              <a:t>Основные понятия</a:t>
            </a:r>
            <a:endParaRPr lang="ru-RU" sz="3200" dirty="0">
              <a:latin typeface="+mj-lt"/>
            </a:endParaRPr>
          </a:p>
        </p:txBody>
      </p:sp>
      <p:sp>
        <p:nvSpPr>
          <p:cNvPr id="7" name="Номер слайда 4">
            <a:extLst>
              <a:ext uri="{FF2B5EF4-FFF2-40B4-BE49-F238E27FC236}">
                <a16:creationId xmlns:a16="http://schemas.microsoft.com/office/drawing/2014/main" id="{1138E6BB-DC9F-4FBF-814A-17A6A01402DD}"/>
              </a:ext>
            </a:extLst>
          </p:cNvPr>
          <p:cNvSpPr txBox="1">
            <a:spLocks/>
          </p:cNvSpPr>
          <p:nvPr/>
        </p:nvSpPr>
        <p:spPr>
          <a:xfrm>
            <a:off x="9912350" y="6308726"/>
            <a:ext cx="755650" cy="549275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marL="342900" indent="-342900" algn="l" defTabSz="914400" rtl="0" eaLnBrk="0" latinLnBrk="0" hangingPunct="0">
              <a:defRPr kumimoji="1"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1pPr>
            <a:lvl2pPr marL="457200" algn="l" defTabSz="914400" rtl="0" eaLnBrk="0" latinLnBrk="0" hangingPunct="0">
              <a:defRPr kumimoji="1"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2pPr>
            <a:lvl3pPr marL="1143000" indent="-228600" algn="l" defTabSz="914400" rtl="0" eaLnBrk="0" latinLnBrk="0" hangingPunct="0">
              <a:defRPr kumimoji="1"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3pPr>
            <a:lvl4pPr marL="1600200" indent="-228600" algn="l" defTabSz="914400" rtl="0" eaLnBrk="0" latinLnBrk="0" hangingPunct="0">
              <a:defRPr kumimoji="1"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4pPr>
            <a:lvl5pPr marL="2057400" indent="-228600" algn="l" defTabSz="914400" rtl="0" eaLnBrk="0" latinLnBrk="0" hangingPunct="0">
              <a:defRPr kumimoji="1"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5pPr>
            <a:lvl6pPr marL="25146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6pPr>
            <a:lvl7pPr marL="29718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7pPr>
            <a:lvl8pPr marL="34290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8pPr>
            <a:lvl9pPr marL="38862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9pPr>
          </a:lstStyle>
          <a:p>
            <a:pPr marL="0" lvl="1" algn="ctr" eaLnBrk="1" hangingPunct="1"/>
            <a:fld id="{A5BB4BF9-1406-4C0C-B55A-3050AE55AF7F}" type="slidenum">
              <a:rPr lang="ru-RU" altLang="ru-RU" smtClean="0"/>
              <a:pPr marL="0" lvl="1" algn="ctr" eaLnBrk="1" hangingPunct="1"/>
              <a:t>13</a:t>
            </a:fld>
            <a:endParaRPr lang="ru-RU" altLang="ru-RU" dirty="0">
              <a:latin typeface="Calibri" panose="020F0502020204030204" pitchFamily="34" charset="0"/>
            </a:endParaRPr>
          </a:p>
        </p:txBody>
      </p:sp>
      <p:sp>
        <p:nvSpPr>
          <p:cNvPr id="8" name="图形">
            <a:extLst>
              <a:ext uri="{FF2B5EF4-FFF2-40B4-BE49-F238E27FC236}">
                <a16:creationId xmlns:a16="http://schemas.microsoft.com/office/drawing/2014/main" id="{4FD0368A-3273-4619-884B-A2DFFA003D24}"/>
              </a:ext>
            </a:extLst>
          </p:cNvPr>
          <p:cNvSpPr/>
          <p:nvPr/>
        </p:nvSpPr>
        <p:spPr>
          <a:xfrm>
            <a:off x="664426" y="1682150"/>
            <a:ext cx="2303061" cy="584775"/>
          </a:xfrm>
          <a:prstGeom prst="roundRect">
            <a:avLst/>
          </a:prstGeom>
          <a:solidFill>
            <a:schemeClr val="accent1"/>
          </a:solidFill>
          <a:ln>
            <a:solidFill>
              <a:schemeClr val="bg1">
                <a:lumMod val="95000"/>
              </a:schemeClr>
            </a:solidFill>
          </a:ln>
          <a:effectLst>
            <a:outerShdw blurRad="609600" dist="38100" dir="2700000" algn="tl" rotWithShape="0">
              <a:srgbClr val="6151DE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ru-RU" sz="2000" dirty="0">
                <a:solidFill>
                  <a:schemeClr val="bg1"/>
                </a:solidFill>
              </a:rPr>
              <a:t>Понятие</a:t>
            </a:r>
          </a:p>
        </p:txBody>
      </p:sp>
      <p:sp>
        <p:nvSpPr>
          <p:cNvPr id="9" name="图形">
            <a:extLst>
              <a:ext uri="{FF2B5EF4-FFF2-40B4-BE49-F238E27FC236}">
                <a16:creationId xmlns:a16="http://schemas.microsoft.com/office/drawing/2014/main" id="{34C754F4-2EB7-4163-94D7-75ADD4CB58F9}"/>
              </a:ext>
            </a:extLst>
          </p:cNvPr>
          <p:cNvSpPr/>
          <p:nvPr/>
        </p:nvSpPr>
        <p:spPr>
          <a:xfrm>
            <a:off x="3175001" y="1682150"/>
            <a:ext cx="8771466" cy="584775"/>
          </a:xfrm>
          <a:prstGeom prst="roundRect">
            <a:avLst/>
          </a:prstGeom>
          <a:solidFill>
            <a:schemeClr val="accent1"/>
          </a:solidFill>
          <a:ln>
            <a:solidFill>
              <a:schemeClr val="bg1">
                <a:lumMod val="95000"/>
              </a:schemeClr>
            </a:solidFill>
          </a:ln>
          <a:effectLst>
            <a:outerShdw blurRad="609600" dist="38100" dir="2700000" algn="tl" rotWithShape="0">
              <a:srgbClr val="6151DE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ru-RU" sz="2000" dirty="0">
                <a:solidFill>
                  <a:schemeClr val="bg1"/>
                </a:solidFill>
              </a:rPr>
              <a:t>Определение</a:t>
            </a:r>
          </a:p>
        </p:txBody>
      </p:sp>
      <p:sp>
        <p:nvSpPr>
          <p:cNvPr id="10" name="图形">
            <a:extLst>
              <a:ext uri="{FF2B5EF4-FFF2-40B4-BE49-F238E27FC236}">
                <a16:creationId xmlns:a16="http://schemas.microsoft.com/office/drawing/2014/main" id="{2275037C-FC7E-491A-82C6-0532C29572A6}"/>
              </a:ext>
            </a:extLst>
          </p:cNvPr>
          <p:cNvSpPr/>
          <p:nvPr/>
        </p:nvSpPr>
        <p:spPr>
          <a:xfrm>
            <a:off x="664426" y="2409793"/>
            <a:ext cx="2303061" cy="1019208"/>
          </a:xfrm>
          <a:prstGeom prst="roundRect">
            <a:avLst/>
          </a:prstGeom>
          <a:solidFill>
            <a:schemeClr val="bg2">
              <a:lumMod val="25000"/>
            </a:schemeClr>
          </a:solidFill>
          <a:ln>
            <a:solidFill>
              <a:schemeClr val="bg1">
                <a:lumMod val="95000"/>
              </a:schemeClr>
            </a:solidFill>
          </a:ln>
          <a:effectLst>
            <a:outerShdw blurRad="609600" dist="38100" dir="2700000" algn="tl" rotWithShape="0">
              <a:srgbClr val="6151DE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ru-RU" sz="2000" b="0" i="0" dirty="0">
                <a:effectLst/>
                <a:latin typeface="ui-sans-serif"/>
              </a:rPr>
              <a:t>ИИ-ассистент</a:t>
            </a:r>
            <a:endParaRPr lang="ru-RU" sz="2000" dirty="0">
              <a:solidFill>
                <a:schemeClr val="bg1"/>
              </a:solidFill>
            </a:endParaRPr>
          </a:p>
        </p:txBody>
      </p:sp>
      <p:sp>
        <p:nvSpPr>
          <p:cNvPr id="11" name="图形">
            <a:extLst>
              <a:ext uri="{FF2B5EF4-FFF2-40B4-BE49-F238E27FC236}">
                <a16:creationId xmlns:a16="http://schemas.microsoft.com/office/drawing/2014/main" id="{3B0D7064-2B1C-4E95-9B89-D1425DA4BAFC}"/>
              </a:ext>
            </a:extLst>
          </p:cNvPr>
          <p:cNvSpPr/>
          <p:nvPr/>
        </p:nvSpPr>
        <p:spPr>
          <a:xfrm>
            <a:off x="3175000" y="2409793"/>
            <a:ext cx="8771466" cy="1019208"/>
          </a:xfrm>
          <a:prstGeom prst="roundRect">
            <a:avLst/>
          </a:prstGeom>
          <a:solidFill>
            <a:schemeClr val="bg2">
              <a:lumMod val="25000"/>
            </a:schemeClr>
          </a:solidFill>
          <a:ln>
            <a:solidFill>
              <a:schemeClr val="bg1">
                <a:lumMod val="95000"/>
              </a:schemeClr>
            </a:solidFill>
          </a:ln>
          <a:effectLst>
            <a:outerShdw blurRad="609600" dist="38100" dir="2700000" algn="tl" rotWithShape="0">
              <a:srgbClr val="6151DE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ru-RU" sz="2000" b="0" i="0" dirty="0">
                <a:effectLst/>
                <a:latin typeface="ui-sans-serif"/>
              </a:rPr>
              <a:t>Компонент платформы, отвечающий на вопросы на основе учебных материалов. Работает в текстовом и голосовом режиме, адаптируясь под роль и контекст страницы</a:t>
            </a:r>
            <a:endParaRPr lang="ru-RU" sz="2000" dirty="0">
              <a:solidFill>
                <a:schemeClr val="bg1"/>
              </a:solidFill>
            </a:endParaRPr>
          </a:p>
        </p:txBody>
      </p:sp>
      <p:sp>
        <p:nvSpPr>
          <p:cNvPr id="12" name="图形">
            <a:extLst>
              <a:ext uri="{FF2B5EF4-FFF2-40B4-BE49-F238E27FC236}">
                <a16:creationId xmlns:a16="http://schemas.microsoft.com/office/drawing/2014/main" id="{13D02B3C-31D1-4EB5-890C-01188C0E7673}"/>
              </a:ext>
            </a:extLst>
          </p:cNvPr>
          <p:cNvSpPr/>
          <p:nvPr/>
        </p:nvSpPr>
        <p:spPr>
          <a:xfrm>
            <a:off x="664426" y="3571869"/>
            <a:ext cx="2303061" cy="1097261"/>
          </a:xfrm>
          <a:prstGeom prst="roundRect">
            <a:avLst/>
          </a:prstGeom>
          <a:solidFill>
            <a:schemeClr val="bg2">
              <a:lumMod val="25000"/>
            </a:schemeClr>
          </a:solidFill>
          <a:ln>
            <a:solidFill>
              <a:schemeClr val="bg1">
                <a:lumMod val="95000"/>
              </a:schemeClr>
            </a:solidFill>
          </a:ln>
          <a:effectLst>
            <a:outerShdw blurRad="609600" dist="38100" dir="2700000" algn="tl" rotWithShape="0">
              <a:srgbClr val="6151DE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000" b="0" i="0" dirty="0">
                <a:effectLst/>
                <a:latin typeface="ui-sans-serif"/>
              </a:rPr>
              <a:t>RAG-</a:t>
            </a:r>
            <a:r>
              <a:rPr lang="ru-RU" sz="2000" b="0" i="0" dirty="0">
                <a:effectLst/>
                <a:latin typeface="ui-sans-serif"/>
              </a:rPr>
              <a:t>поиск</a:t>
            </a:r>
            <a:endParaRPr lang="ru-RU" sz="2000" dirty="0">
              <a:solidFill>
                <a:schemeClr val="bg1"/>
              </a:solidFill>
            </a:endParaRPr>
          </a:p>
        </p:txBody>
      </p:sp>
      <p:sp>
        <p:nvSpPr>
          <p:cNvPr id="13" name="图形">
            <a:extLst>
              <a:ext uri="{FF2B5EF4-FFF2-40B4-BE49-F238E27FC236}">
                <a16:creationId xmlns:a16="http://schemas.microsoft.com/office/drawing/2014/main" id="{01712F6E-763F-449D-8250-866BEAD7EFD2}"/>
              </a:ext>
            </a:extLst>
          </p:cNvPr>
          <p:cNvSpPr/>
          <p:nvPr/>
        </p:nvSpPr>
        <p:spPr>
          <a:xfrm>
            <a:off x="3175000" y="3571869"/>
            <a:ext cx="8771466" cy="1097261"/>
          </a:xfrm>
          <a:prstGeom prst="roundRect">
            <a:avLst/>
          </a:prstGeom>
          <a:solidFill>
            <a:schemeClr val="bg2">
              <a:lumMod val="25000"/>
            </a:schemeClr>
          </a:solidFill>
          <a:ln>
            <a:solidFill>
              <a:schemeClr val="bg1">
                <a:lumMod val="95000"/>
              </a:schemeClr>
            </a:solidFill>
          </a:ln>
          <a:effectLst>
            <a:outerShdw blurRad="609600" dist="38100" dir="2700000" algn="tl" rotWithShape="0">
              <a:srgbClr val="6151DE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ru-RU" sz="2000" b="0" i="0" dirty="0">
                <a:effectLst/>
                <a:latin typeface="ui-sans-serif"/>
              </a:rPr>
              <a:t>Семантический поиск по материалам: запрос векторизуется, сравнивается с проиндексированными фрагментами, релевантные передаются языковой модели как контекст</a:t>
            </a:r>
            <a:endParaRPr lang="ru-RU" sz="2000" dirty="0">
              <a:solidFill>
                <a:schemeClr val="bg1"/>
              </a:solidFill>
            </a:endParaRPr>
          </a:p>
        </p:txBody>
      </p:sp>
      <p:sp>
        <p:nvSpPr>
          <p:cNvPr id="14" name="图形">
            <a:extLst>
              <a:ext uri="{FF2B5EF4-FFF2-40B4-BE49-F238E27FC236}">
                <a16:creationId xmlns:a16="http://schemas.microsoft.com/office/drawing/2014/main" id="{10F7E70D-1A07-4907-B1FC-ABE04918CD38}"/>
              </a:ext>
            </a:extLst>
          </p:cNvPr>
          <p:cNvSpPr/>
          <p:nvPr/>
        </p:nvSpPr>
        <p:spPr>
          <a:xfrm>
            <a:off x="655320" y="4811998"/>
            <a:ext cx="2303061" cy="1097261"/>
          </a:xfrm>
          <a:prstGeom prst="roundRect">
            <a:avLst/>
          </a:prstGeom>
          <a:solidFill>
            <a:schemeClr val="bg2">
              <a:lumMod val="25000"/>
            </a:schemeClr>
          </a:solidFill>
          <a:ln>
            <a:solidFill>
              <a:schemeClr val="bg1">
                <a:lumMod val="95000"/>
              </a:schemeClr>
            </a:solidFill>
          </a:ln>
          <a:effectLst>
            <a:outerShdw blurRad="609600" dist="38100" dir="2700000" algn="tl" rotWithShape="0">
              <a:srgbClr val="6151DE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ru-RU" sz="2000" b="0" i="0" dirty="0">
                <a:effectLst/>
                <a:latin typeface="ui-sans-serif"/>
              </a:rPr>
              <a:t>Голосовая сессия</a:t>
            </a:r>
            <a:endParaRPr lang="ru-RU" sz="2000" dirty="0">
              <a:solidFill>
                <a:schemeClr val="bg1"/>
              </a:solidFill>
            </a:endParaRPr>
          </a:p>
        </p:txBody>
      </p:sp>
      <p:sp>
        <p:nvSpPr>
          <p:cNvPr id="16" name="图形">
            <a:extLst>
              <a:ext uri="{FF2B5EF4-FFF2-40B4-BE49-F238E27FC236}">
                <a16:creationId xmlns:a16="http://schemas.microsoft.com/office/drawing/2014/main" id="{11F172C7-B096-4EC4-A145-96A00459E8FC}"/>
              </a:ext>
            </a:extLst>
          </p:cNvPr>
          <p:cNvSpPr/>
          <p:nvPr/>
        </p:nvSpPr>
        <p:spPr>
          <a:xfrm>
            <a:off x="3165894" y="4811998"/>
            <a:ext cx="8771466" cy="1097261"/>
          </a:xfrm>
          <a:prstGeom prst="roundRect">
            <a:avLst/>
          </a:prstGeom>
          <a:solidFill>
            <a:schemeClr val="bg2">
              <a:lumMod val="25000"/>
            </a:schemeClr>
          </a:solidFill>
          <a:ln>
            <a:solidFill>
              <a:schemeClr val="bg1">
                <a:lumMod val="95000"/>
              </a:schemeClr>
            </a:solidFill>
          </a:ln>
          <a:effectLst>
            <a:outerShdw blurRad="609600" dist="38100" dir="2700000" algn="tl" rotWithShape="0">
              <a:srgbClr val="6151DE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ru-RU" sz="2000" b="0" i="0" dirty="0">
                <a:effectLst/>
                <a:latin typeface="ui-sans-serif"/>
              </a:rPr>
              <a:t>Общение с ассистентом через микрофон на базе </a:t>
            </a:r>
            <a:r>
              <a:rPr lang="ru-RU" sz="2000" b="0" i="0" dirty="0" err="1">
                <a:effectLst/>
                <a:latin typeface="ui-sans-serif"/>
              </a:rPr>
              <a:t>Ultravox</a:t>
            </a:r>
            <a:r>
              <a:rPr lang="ru-RU" sz="2000" b="0" i="0" dirty="0">
                <a:effectLst/>
                <a:latin typeface="ui-sans-serif"/>
              </a:rPr>
              <a:t>: навигация, поиск по материалам и работа с ДЗ голосовыми командами</a:t>
            </a:r>
            <a:endParaRPr lang="ru-RU" sz="2000" dirty="0">
              <a:solidFill>
                <a:schemeClr val="bg1"/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545892842"/>
      </p:ext>
    </p:extLst>
  </p:cSld>
  <p:clrMapOvr>
    <a:masterClrMapping/>
  </p:clrMapOvr>
  <p:transition advTm="2000">
    <p:comb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05622B6F-3C0A-4D47-9F54-DF470750C4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320" y="618125"/>
            <a:ext cx="2519680" cy="355542"/>
          </a:xfrm>
          <a:prstGeom prst="rect">
            <a:avLst/>
          </a:prstGeom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7595CC17-A47D-48B6-9A6A-053C00475D05}"/>
              </a:ext>
            </a:extLst>
          </p:cNvPr>
          <p:cNvSpPr txBox="1"/>
          <p:nvPr/>
        </p:nvSpPr>
        <p:spPr>
          <a:xfrm>
            <a:off x="0" y="485563"/>
            <a:ext cx="12192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altLang="ru-RU" sz="3200" dirty="0">
                <a:latin typeface="+mj-lt"/>
              </a:rPr>
              <a:t>Основные понятия</a:t>
            </a:r>
            <a:endParaRPr lang="ru-RU" sz="3200" dirty="0">
              <a:latin typeface="+mj-lt"/>
            </a:endParaRPr>
          </a:p>
        </p:txBody>
      </p:sp>
      <p:sp>
        <p:nvSpPr>
          <p:cNvPr id="7" name="Номер слайда 4">
            <a:extLst>
              <a:ext uri="{FF2B5EF4-FFF2-40B4-BE49-F238E27FC236}">
                <a16:creationId xmlns:a16="http://schemas.microsoft.com/office/drawing/2014/main" id="{1138E6BB-DC9F-4FBF-814A-17A6A01402DD}"/>
              </a:ext>
            </a:extLst>
          </p:cNvPr>
          <p:cNvSpPr txBox="1">
            <a:spLocks/>
          </p:cNvSpPr>
          <p:nvPr/>
        </p:nvSpPr>
        <p:spPr>
          <a:xfrm>
            <a:off x="9912350" y="6308726"/>
            <a:ext cx="755650" cy="549275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marL="342900" indent="-342900" algn="l" defTabSz="914400" rtl="0" eaLnBrk="0" latinLnBrk="0" hangingPunct="0">
              <a:defRPr kumimoji="1"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1pPr>
            <a:lvl2pPr marL="457200" algn="l" defTabSz="914400" rtl="0" eaLnBrk="0" latinLnBrk="0" hangingPunct="0">
              <a:defRPr kumimoji="1"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2pPr>
            <a:lvl3pPr marL="1143000" indent="-228600" algn="l" defTabSz="914400" rtl="0" eaLnBrk="0" latinLnBrk="0" hangingPunct="0">
              <a:defRPr kumimoji="1"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3pPr>
            <a:lvl4pPr marL="1600200" indent="-228600" algn="l" defTabSz="914400" rtl="0" eaLnBrk="0" latinLnBrk="0" hangingPunct="0">
              <a:defRPr kumimoji="1"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4pPr>
            <a:lvl5pPr marL="2057400" indent="-228600" algn="l" defTabSz="914400" rtl="0" eaLnBrk="0" latinLnBrk="0" hangingPunct="0">
              <a:defRPr kumimoji="1"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5pPr>
            <a:lvl6pPr marL="25146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6pPr>
            <a:lvl7pPr marL="29718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7pPr>
            <a:lvl8pPr marL="34290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8pPr>
            <a:lvl9pPr marL="38862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9pPr>
          </a:lstStyle>
          <a:p>
            <a:pPr marL="0" lvl="1" algn="ctr" eaLnBrk="1" hangingPunct="1"/>
            <a:fld id="{A5BB4BF9-1406-4C0C-B55A-3050AE55AF7F}" type="slidenum">
              <a:rPr lang="ru-RU" altLang="ru-RU" smtClean="0"/>
              <a:pPr marL="0" lvl="1" algn="ctr" eaLnBrk="1" hangingPunct="1"/>
              <a:t>14</a:t>
            </a:fld>
            <a:endParaRPr lang="ru-RU" altLang="ru-RU" dirty="0">
              <a:latin typeface="Calibri" panose="020F0502020204030204" pitchFamily="34" charset="0"/>
            </a:endParaRPr>
          </a:p>
        </p:txBody>
      </p:sp>
      <p:sp>
        <p:nvSpPr>
          <p:cNvPr id="8" name="图形">
            <a:extLst>
              <a:ext uri="{FF2B5EF4-FFF2-40B4-BE49-F238E27FC236}">
                <a16:creationId xmlns:a16="http://schemas.microsoft.com/office/drawing/2014/main" id="{4FD0368A-3273-4619-884B-A2DFFA003D24}"/>
              </a:ext>
            </a:extLst>
          </p:cNvPr>
          <p:cNvSpPr/>
          <p:nvPr/>
        </p:nvSpPr>
        <p:spPr>
          <a:xfrm>
            <a:off x="664426" y="1682150"/>
            <a:ext cx="2303061" cy="584775"/>
          </a:xfrm>
          <a:prstGeom prst="roundRect">
            <a:avLst/>
          </a:prstGeom>
          <a:solidFill>
            <a:schemeClr val="accent1"/>
          </a:solidFill>
          <a:ln>
            <a:solidFill>
              <a:schemeClr val="bg1">
                <a:lumMod val="95000"/>
              </a:schemeClr>
            </a:solidFill>
          </a:ln>
          <a:effectLst>
            <a:outerShdw blurRad="609600" dist="38100" dir="2700000" algn="tl" rotWithShape="0">
              <a:srgbClr val="6151DE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ru-RU" sz="2000" dirty="0">
                <a:solidFill>
                  <a:schemeClr val="bg1"/>
                </a:solidFill>
              </a:rPr>
              <a:t>Понятие</a:t>
            </a:r>
          </a:p>
        </p:txBody>
      </p:sp>
      <p:sp>
        <p:nvSpPr>
          <p:cNvPr id="9" name="图形">
            <a:extLst>
              <a:ext uri="{FF2B5EF4-FFF2-40B4-BE49-F238E27FC236}">
                <a16:creationId xmlns:a16="http://schemas.microsoft.com/office/drawing/2014/main" id="{34C754F4-2EB7-4163-94D7-75ADD4CB58F9}"/>
              </a:ext>
            </a:extLst>
          </p:cNvPr>
          <p:cNvSpPr/>
          <p:nvPr/>
        </p:nvSpPr>
        <p:spPr>
          <a:xfrm>
            <a:off x="3175001" y="1682150"/>
            <a:ext cx="8771466" cy="584775"/>
          </a:xfrm>
          <a:prstGeom prst="roundRect">
            <a:avLst/>
          </a:prstGeom>
          <a:solidFill>
            <a:schemeClr val="accent1"/>
          </a:solidFill>
          <a:ln>
            <a:solidFill>
              <a:schemeClr val="bg1">
                <a:lumMod val="95000"/>
              </a:schemeClr>
            </a:solidFill>
          </a:ln>
          <a:effectLst>
            <a:outerShdw blurRad="609600" dist="38100" dir="2700000" algn="tl" rotWithShape="0">
              <a:srgbClr val="6151DE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ru-RU" sz="2000" dirty="0">
                <a:solidFill>
                  <a:schemeClr val="bg1"/>
                </a:solidFill>
              </a:rPr>
              <a:t>Определение</a:t>
            </a:r>
          </a:p>
        </p:txBody>
      </p:sp>
      <p:sp>
        <p:nvSpPr>
          <p:cNvPr id="10" name="图形">
            <a:extLst>
              <a:ext uri="{FF2B5EF4-FFF2-40B4-BE49-F238E27FC236}">
                <a16:creationId xmlns:a16="http://schemas.microsoft.com/office/drawing/2014/main" id="{2275037C-FC7E-491A-82C6-0532C29572A6}"/>
              </a:ext>
            </a:extLst>
          </p:cNvPr>
          <p:cNvSpPr/>
          <p:nvPr/>
        </p:nvSpPr>
        <p:spPr>
          <a:xfrm>
            <a:off x="664426" y="2409793"/>
            <a:ext cx="2303061" cy="1019208"/>
          </a:xfrm>
          <a:prstGeom prst="roundRect">
            <a:avLst/>
          </a:prstGeom>
          <a:solidFill>
            <a:schemeClr val="bg2">
              <a:lumMod val="25000"/>
            </a:schemeClr>
          </a:solidFill>
          <a:ln>
            <a:solidFill>
              <a:schemeClr val="bg1">
                <a:lumMod val="95000"/>
              </a:schemeClr>
            </a:solidFill>
          </a:ln>
          <a:effectLst>
            <a:outerShdw blurRad="609600" dist="38100" dir="2700000" algn="tl" rotWithShape="0">
              <a:srgbClr val="6151DE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ru-RU" sz="2000" b="0" i="0" dirty="0">
                <a:effectLst/>
                <a:latin typeface="ui-sans-serif"/>
              </a:rPr>
              <a:t>Пользователь</a:t>
            </a:r>
            <a:endParaRPr lang="ru-RU" sz="2000" dirty="0">
              <a:solidFill>
                <a:schemeClr val="bg1"/>
              </a:solidFill>
            </a:endParaRPr>
          </a:p>
        </p:txBody>
      </p:sp>
      <p:sp>
        <p:nvSpPr>
          <p:cNvPr id="11" name="图形">
            <a:extLst>
              <a:ext uri="{FF2B5EF4-FFF2-40B4-BE49-F238E27FC236}">
                <a16:creationId xmlns:a16="http://schemas.microsoft.com/office/drawing/2014/main" id="{3B0D7064-2B1C-4E95-9B89-D1425DA4BAFC}"/>
              </a:ext>
            </a:extLst>
          </p:cNvPr>
          <p:cNvSpPr/>
          <p:nvPr/>
        </p:nvSpPr>
        <p:spPr>
          <a:xfrm>
            <a:off x="3175000" y="2409793"/>
            <a:ext cx="8771466" cy="1019208"/>
          </a:xfrm>
          <a:prstGeom prst="roundRect">
            <a:avLst/>
          </a:prstGeom>
          <a:solidFill>
            <a:schemeClr val="bg2">
              <a:lumMod val="25000"/>
            </a:schemeClr>
          </a:solidFill>
          <a:ln>
            <a:solidFill>
              <a:schemeClr val="bg1">
                <a:lumMod val="95000"/>
              </a:schemeClr>
            </a:solidFill>
          </a:ln>
          <a:effectLst>
            <a:outerShdw blurRad="609600" dist="38100" dir="2700000" algn="tl" rotWithShape="0">
              <a:srgbClr val="6151DE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ru-RU" sz="2000" b="0" i="0" dirty="0">
                <a:effectLst/>
                <a:latin typeface="ui-sans-serif"/>
              </a:rPr>
              <a:t>Учётная запись в системе для работы с образовательной платформой. Проходит регистрацию с указанием роли, которая определяет доступный функционал</a:t>
            </a:r>
            <a:endParaRPr lang="ru-RU" sz="2000" dirty="0">
              <a:solidFill>
                <a:schemeClr val="bg1"/>
              </a:solidFill>
            </a:endParaRPr>
          </a:p>
        </p:txBody>
      </p:sp>
      <p:sp>
        <p:nvSpPr>
          <p:cNvPr id="12" name="图形">
            <a:extLst>
              <a:ext uri="{FF2B5EF4-FFF2-40B4-BE49-F238E27FC236}">
                <a16:creationId xmlns:a16="http://schemas.microsoft.com/office/drawing/2014/main" id="{13D02B3C-31D1-4EB5-890C-01188C0E7673}"/>
              </a:ext>
            </a:extLst>
          </p:cNvPr>
          <p:cNvSpPr/>
          <p:nvPr/>
        </p:nvSpPr>
        <p:spPr>
          <a:xfrm>
            <a:off x="664426" y="3571869"/>
            <a:ext cx="2303061" cy="1097261"/>
          </a:xfrm>
          <a:prstGeom prst="roundRect">
            <a:avLst/>
          </a:prstGeom>
          <a:solidFill>
            <a:schemeClr val="bg2">
              <a:lumMod val="25000"/>
            </a:schemeClr>
          </a:solidFill>
          <a:ln>
            <a:solidFill>
              <a:schemeClr val="bg1">
                <a:lumMod val="95000"/>
              </a:schemeClr>
            </a:solidFill>
          </a:ln>
          <a:effectLst>
            <a:outerShdw blurRad="609600" dist="38100" dir="2700000" algn="tl" rotWithShape="0">
              <a:srgbClr val="6151DE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ru-RU" sz="2000" b="0" i="0" dirty="0">
                <a:effectLst/>
                <a:latin typeface="ui-sans-serif"/>
              </a:rPr>
              <a:t>Курс</a:t>
            </a:r>
            <a:endParaRPr lang="ru-RU" sz="2000" dirty="0">
              <a:solidFill>
                <a:schemeClr val="bg1"/>
              </a:solidFill>
            </a:endParaRPr>
          </a:p>
        </p:txBody>
      </p:sp>
      <p:sp>
        <p:nvSpPr>
          <p:cNvPr id="13" name="图形">
            <a:extLst>
              <a:ext uri="{FF2B5EF4-FFF2-40B4-BE49-F238E27FC236}">
                <a16:creationId xmlns:a16="http://schemas.microsoft.com/office/drawing/2014/main" id="{01712F6E-763F-449D-8250-866BEAD7EFD2}"/>
              </a:ext>
            </a:extLst>
          </p:cNvPr>
          <p:cNvSpPr/>
          <p:nvPr/>
        </p:nvSpPr>
        <p:spPr>
          <a:xfrm>
            <a:off x="3175000" y="3571869"/>
            <a:ext cx="8771466" cy="1097261"/>
          </a:xfrm>
          <a:prstGeom prst="roundRect">
            <a:avLst/>
          </a:prstGeom>
          <a:solidFill>
            <a:schemeClr val="bg2">
              <a:lumMod val="25000"/>
            </a:schemeClr>
          </a:solidFill>
          <a:ln>
            <a:solidFill>
              <a:schemeClr val="bg1">
                <a:lumMod val="95000"/>
              </a:schemeClr>
            </a:solidFill>
          </a:ln>
          <a:effectLst>
            <a:outerShdw blurRad="609600" dist="38100" dir="2700000" algn="tl" rotWithShape="0">
              <a:srgbClr val="6151DE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ru-RU" sz="2000" dirty="0">
                <a:latin typeface="ui-sans-serif"/>
              </a:rPr>
              <a:t>О</a:t>
            </a:r>
            <a:r>
              <a:rPr lang="ru-RU" sz="2000" b="0" i="0" dirty="0">
                <a:effectLst/>
                <a:latin typeface="ui-sans-serif"/>
              </a:rPr>
              <a:t>сновная учебная единица: название, описание, список уроков, материалы</a:t>
            </a:r>
            <a:endParaRPr lang="ru-RU" sz="2000" dirty="0">
              <a:solidFill>
                <a:schemeClr val="bg1"/>
              </a:solidFill>
            </a:endParaRPr>
          </a:p>
        </p:txBody>
      </p:sp>
      <p:sp>
        <p:nvSpPr>
          <p:cNvPr id="14" name="图形">
            <a:extLst>
              <a:ext uri="{FF2B5EF4-FFF2-40B4-BE49-F238E27FC236}">
                <a16:creationId xmlns:a16="http://schemas.microsoft.com/office/drawing/2014/main" id="{10F7E70D-1A07-4907-B1FC-ABE04918CD38}"/>
              </a:ext>
            </a:extLst>
          </p:cNvPr>
          <p:cNvSpPr/>
          <p:nvPr/>
        </p:nvSpPr>
        <p:spPr>
          <a:xfrm>
            <a:off x="655320" y="4811998"/>
            <a:ext cx="2303061" cy="1097261"/>
          </a:xfrm>
          <a:prstGeom prst="roundRect">
            <a:avLst/>
          </a:prstGeom>
          <a:solidFill>
            <a:schemeClr val="bg2">
              <a:lumMod val="25000"/>
            </a:schemeClr>
          </a:solidFill>
          <a:ln>
            <a:solidFill>
              <a:schemeClr val="bg1">
                <a:lumMod val="95000"/>
              </a:schemeClr>
            </a:solidFill>
          </a:ln>
          <a:effectLst>
            <a:outerShdw blurRad="609600" dist="38100" dir="2700000" algn="tl" rotWithShape="0">
              <a:srgbClr val="6151DE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ru-RU" sz="2000" b="0" i="0" dirty="0">
                <a:effectLst/>
                <a:latin typeface="ui-sans-serif"/>
              </a:rPr>
              <a:t>Урок</a:t>
            </a:r>
            <a:endParaRPr lang="ru-RU" sz="2000" dirty="0">
              <a:solidFill>
                <a:schemeClr val="bg1"/>
              </a:solidFill>
            </a:endParaRPr>
          </a:p>
        </p:txBody>
      </p:sp>
      <p:sp>
        <p:nvSpPr>
          <p:cNvPr id="16" name="图形">
            <a:extLst>
              <a:ext uri="{FF2B5EF4-FFF2-40B4-BE49-F238E27FC236}">
                <a16:creationId xmlns:a16="http://schemas.microsoft.com/office/drawing/2014/main" id="{11F172C7-B096-4EC4-A145-96A00459E8FC}"/>
              </a:ext>
            </a:extLst>
          </p:cNvPr>
          <p:cNvSpPr/>
          <p:nvPr/>
        </p:nvSpPr>
        <p:spPr>
          <a:xfrm>
            <a:off x="3165894" y="4811998"/>
            <a:ext cx="8771466" cy="1097261"/>
          </a:xfrm>
          <a:prstGeom prst="roundRect">
            <a:avLst/>
          </a:prstGeom>
          <a:solidFill>
            <a:schemeClr val="bg2">
              <a:lumMod val="25000"/>
            </a:schemeClr>
          </a:solidFill>
          <a:ln>
            <a:solidFill>
              <a:schemeClr val="bg1">
                <a:lumMod val="95000"/>
              </a:schemeClr>
            </a:solidFill>
          </a:ln>
          <a:effectLst>
            <a:outerShdw blurRad="609600" dist="38100" dir="2700000" algn="tl" rotWithShape="0">
              <a:srgbClr val="6151DE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ru-RU" sz="2000" dirty="0">
                <a:latin typeface="ui-sans-serif"/>
              </a:rPr>
              <a:t>С</a:t>
            </a:r>
            <a:r>
              <a:rPr lang="ru-RU" sz="2000" b="0" i="0" dirty="0">
                <a:effectLst/>
                <a:latin typeface="ui-sans-serif"/>
              </a:rPr>
              <a:t>труктурная единица курса с текстовым учебным материалом</a:t>
            </a:r>
            <a:endParaRPr lang="ru-RU" sz="2000" dirty="0">
              <a:solidFill>
                <a:schemeClr val="bg1"/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867476206"/>
      </p:ext>
    </p:extLst>
  </p:cSld>
  <p:clrMapOvr>
    <a:masterClrMapping/>
  </p:clrMapOvr>
  <p:transition advTm="2000">
    <p:comb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05622B6F-3C0A-4D47-9F54-DF470750C4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320" y="618125"/>
            <a:ext cx="2519680" cy="355542"/>
          </a:xfrm>
          <a:prstGeom prst="rect">
            <a:avLst/>
          </a:prstGeom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7595CC17-A47D-48B6-9A6A-053C00475D05}"/>
              </a:ext>
            </a:extLst>
          </p:cNvPr>
          <p:cNvSpPr txBox="1"/>
          <p:nvPr/>
        </p:nvSpPr>
        <p:spPr>
          <a:xfrm>
            <a:off x="0" y="485563"/>
            <a:ext cx="12192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altLang="ru-RU" sz="3200" dirty="0">
                <a:latin typeface="+mj-lt"/>
              </a:rPr>
              <a:t>Основные процессы</a:t>
            </a:r>
            <a:endParaRPr lang="ru-RU" sz="3200" dirty="0">
              <a:latin typeface="+mj-lt"/>
            </a:endParaRPr>
          </a:p>
        </p:txBody>
      </p:sp>
      <p:sp>
        <p:nvSpPr>
          <p:cNvPr id="7" name="Номер слайда 4">
            <a:extLst>
              <a:ext uri="{FF2B5EF4-FFF2-40B4-BE49-F238E27FC236}">
                <a16:creationId xmlns:a16="http://schemas.microsoft.com/office/drawing/2014/main" id="{1138E6BB-DC9F-4FBF-814A-17A6A01402DD}"/>
              </a:ext>
            </a:extLst>
          </p:cNvPr>
          <p:cNvSpPr txBox="1">
            <a:spLocks/>
          </p:cNvSpPr>
          <p:nvPr/>
        </p:nvSpPr>
        <p:spPr>
          <a:xfrm>
            <a:off x="9912350" y="6308726"/>
            <a:ext cx="755650" cy="549275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marL="342900" indent="-342900" algn="l" defTabSz="914400" rtl="0" eaLnBrk="0" latinLnBrk="0" hangingPunct="0">
              <a:defRPr kumimoji="1"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1pPr>
            <a:lvl2pPr marL="457200" algn="l" defTabSz="914400" rtl="0" eaLnBrk="0" latinLnBrk="0" hangingPunct="0">
              <a:defRPr kumimoji="1"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2pPr>
            <a:lvl3pPr marL="1143000" indent="-228600" algn="l" defTabSz="914400" rtl="0" eaLnBrk="0" latinLnBrk="0" hangingPunct="0">
              <a:defRPr kumimoji="1"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3pPr>
            <a:lvl4pPr marL="1600200" indent="-228600" algn="l" defTabSz="914400" rtl="0" eaLnBrk="0" latinLnBrk="0" hangingPunct="0">
              <a:defRPr kumimoji="1"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4pPr>
            <a:lvl5pPr marL="2057400" indent="-228600" algn="l" defTabSz="914400" rtl="0" eaLnBrk="0" latinLnBrk="0" hangingPunct="0">
              <a:defRPr kumimoji="1"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5pPr>
            <a:lvl6pPr marL="25146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6pPr>
            <a:lvl7pPr marL="29718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7pPr>
            <a:lvl8pPr marL="34290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8pPr>
            <a:lvl9pPr marL="38862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9pPr>
          </a:lstStyle>
          <a:p>
            <a:pPr marL="0" lvl="1" algn="ctr" eaLnBrk="1" hangingPunct="1"/>
            <a:fld id="{A5BB4BF9-1406-4C0C-B55A-3050AE55AF7F}" type="slidenum">
              <a:rPr lang="ru-RU" altLang="ru-RU" smtClean="0"/>
              <a:pPr marL="0" lvl="1" algn="ctr" eaLnBrk="1" hangingPunct="1"/>
              <a:t>15</a:t>
            </a:fld>
            <a:endParaRPr lang="ru-RU" altLang="ru-RU" dirty="0">
              <a:latin typeface="Calibri" panose="020F0502020204030204" pitchFamily="34" charset="0"/>
            </a:endParaRPr>
          </a:p>
        </p:txBody>
      </p:sp>
      <p:sp>
        <p:nvSpPr>
          <p:cNvPr id="15" name="图形">
            <a:extLst>
              <a:ext uri="{FF2B5EF4-FFF2-40B4-BE49-F238E27FC236}">
                <a16:creationId xmlns:a16="http://schemas.microsoft.com/office/drawing/2014/main" id="{F8062684-0CC1-412F-8E2B-FDCD80B0FC10}"/>
              </a:ext>
            </a:extLst>
          </p:cNvPr>
          <p:cNvSpPr/>
          <p:nvPr/>
        </p:nvSpPr>
        <p:spPr>
          <a:xfrm>
            <a:off x="4267200" y="2463892"/>
            <a:ext cx="6544734" cy="584775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95000"/>
              </a:schemeClr>
            </a:solidFill>
          </a:ln>
          <a:effectLst>
            <a:outerShdw blurRad="609600" dist="38100" dir="2700000" algn="tl" rotWithShape="0">
              <a:srgbClr val="6151DE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ru-RU" sz="2000" dirty="0">
                <a:solidFill>
                  <a:schemeClr val="tx1"/>
                </a:solidFill>
              </a:rPr>
              <a:t>Обучение — с помощью домашних заданий и курсов</a:t>
            </a:r>
            <a:endParaRPr lang="ru-RU" b="0" i="0" dirty="0">
              <a:solidFill>
                <a:schemeClr val="tx1"/>
              </a:solidFill>
              <a:effectLst/>
            </a:endParaRPr>
          </a:p>
        </p:txBody>
      </p:sp>
      <p:sp>
        <p:nvSpPr>
          <p:cNvPr id="17" name="图形">
            <a:extLst>
              <a:ext uri="{FF2B5EF4-FFF2-40B4-BE49-F238E27FC236}">
                <a16:creationId xmlns:a16="http://schemas.microsoft.com/office/drawing/2014/main" id="{2821C2B3-94D5-4A28-89DC-47C3539E34CD}"/>
              </a:ext>
            </a:extLst>
          </p:cNvPr>
          <p:cNvSpPr/>
          <p:nvPr/>
        </p:nvSpPr>
        <p:spPr>
          <a:xfrm>
            <a:off x="4267200" y="4335025"/>
            <a:ext cx="6544734" cy="584775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95000"/>
              </a:schemeClr>
            </a:solidFill>
          </a:ln>
          <a:effectLst>
            <a:outerShdw blurRad="609600" dist="38100" dir="2700000" algn="tl" rotWithShape="0">
              <a:srgbClr val="6151DE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ru-RU" sz="2000" dirty="0">
                <a:solidFill>
                  <a:schemeClr val="tx1"/>
                </a:solidFill>
              </a:rPr>
              <a:t>Навигация — по сайту образовательной платформы.</a:t>
            </a:r>
            <a:endParaRPr lang="ru-RU" b="0" i="0" dirty="0">
              <a:solidFill>
                <a:schemeClr val="tx1"/>
              </a:solidFill>
              <a:effectLst/>
            </a:endParaRP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233282AD-5A87-428A-9E7A-0FB8E044512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47426" y="1939245"/>
            <a:ext cx="1634067" cy="1634067"/>
          </a:xfrm>
          <a:prstGeom prst="rect">
            <a:avLst/>
          </a:prstGeom>
        </p:spPr>
      </p:pic>
      <p:pic>
        <p:nvPicPr>
          <p:cNvPr id="19" name="Рисунок 18">
            <a:extLst>
              <a:ext uri="{FF2B5EF4-FFF2-40B4-BE49-F238E27FC236}">
                <a16:creationId xmlns:a16="http://schemas.microsoft.com/office/drawing/2014/main" id="{3A3A4445-6AF0-43DB-845E-8C8719001FD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47427" y="3625186"/>
            <a:ext cx="1634066" cy="1634066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499878662"/>
      </p:ext>
    </p:extLst>
  </p:cSld>
  <p:clrMapOvr>
    <a:masterClrMapping/>
  </p:clrMapOvr>
  <p:transition advTm="2000">
    <p:comb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05622B6F-3C0A-4D47-9F54-DF470750C4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320" y="618125"/>
            <a:ext cx="2519680" cy="355542"/>
          </a:xfrm>
          <a:prstGeom prst="rect">
            <a:avLst/>
          </a:prstGeom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7595CC17-A47D-48B6-9A6A-053C00475D05}"/>
              </a:ext>
            </a:extLst>
          </p:cNvPr>
          <p:cNvSpPr txBox="1"/>
          <p:nvPr/>
        </p:nvSpPr>
        <p:spPr>
          <a:xfrm>
            <a:off x="0" y="388892"/>
            <a:ext cx="12192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ru-RU" sz="3200" dirty="0">
                <a:latin typeface="+mj-lt"/>
              </a:rPr>
              <a:t>ER</a:t>
            </a:r>
            <a:r>
              <a:rPr lang="ru-RU" altLang="ru-RU" sz="3200" dirty="0">
                <a:latin typeface="+mj-lt"/>
              </a:rPr>
              <a:t>-диаграмма предметной области</a:t>
            </a:r>
            <a:endParaRPr lang="ru-RU" sz="3200" dirty="0">
              <a:latin typeface="+mj-lt"/>
            </a:endParaRP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9C04DB9E-1EA2-42F7-A2CC-D3A5F069E48F}"/>
              </a:ext>
            </a:extLst>
          </p:cNvPr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5320" y="1058334"/>
            <a:ext cx="11087947" cy="5604933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Номер слайда 4">
            <a:extLst>
              <a:ext uri="{FF2B5EF4-FFF2-40B4-BE49-F238E27FC236}">
                <a16:creationId xmlns:a16="http://schemas.microsoft.com/office/drawing/2014/main" id="{42638C57-6A1A-4905-BAAD-1CFAB9CC172D}"/>
              </a:ext>
            </a:extLst>
          </p:cNvPr>
          <p:cNvSpPr txBox="1">
            <a:spLocks/>
          </p:cNvSpPr>
          <p:nvPr/>
        </p:nvSpPr>
        <p:spPr>
          <a:xfrm>
            <a:off x="9912350" y="6308726"/>
            <a:ext cx="755650" cy="549275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marL="342900" indent="-342900" algn="l" defTabSz="914400" rtl="0" eaLnBrk="0" latinLnBrk="0" hangingPunct="0">
              <a:defRPr kumimoji="1"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1pPr>
            <a:lvl2pPr marL="457200" algn="l" defTabSz="914400" rtl="0" eaLnBrk="0" latinLnBrk="0" hangingPunct="0">
              <a:defRPr kumimoji="1"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2pPr>
            <a:lvl3pPr marL="1143000" indent="-228600" algn="l" defTabSz="914400" rtl="0" eaLnBrk="0" latinLnBrk="0" hangingPunct="0">
              <a:defRPr kumimoji="1"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3pPr>
            <a:lvl4pPr marL="1600200" indent="-228600" algn="l" defTabSz="914400" rtl="0" eaLnBrk="0" latinLnBrk="0" hangingPunct="0">
              <a:defRPr kumimoji="1"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4pPr>
            <a:lvl5pPr marL="2057400" indent="-228600" algn="l" defTabSz="914400" rtl="0" eaLnBrk="0" latinLnBrk="0" hangingPunct="0">
              <a:defRPr kumimoji="1"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5pPr>
            <a:lvl6pPr marL="25146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6pPr>
            <a:lvl7pPr marL="29718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7pPr>
            <a:lvl8pPr marL="34290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8pPr>
            <a:lvl9pPr marL="38862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9pPr>
          </a:lstStyle>
          <a:p>
            <a:pPr marL="0" lvl="1" algn="ctr" eaLnBrk="1" hangingPunct="1"/>
            <a:fld id="{A5BB4BF9-1406-4C0C-B55A-3050AE55AF7F}" type="slidenum">
              <a:rPr lang="ru-RU" altLang="ru-RU" smtClean="0"/>
              <a:pPr marL="0" lvl="1" algn="ctr" eaLnBrk="1" hangingPunct="1"/>
              <a:t>16</a:t>
            </a:fld>
            <a:endParaRPr lang="ru-RU" altLang="ru-RU" dirty="0">
              <a:latin typeface="Calibri" panose="020F0502020204030204" pitchFamily="34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258949758"/>
      </p:ext>
    </p:extLst>
  </p:cSld>
  <p:clrMapOvr>
    <a:masterClrMapping/>
  </p:clrMapOvr>
  <p:transition advTm="2000">
    <p:comb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05622B6F-3C0A-4D47-9F54-DF470750C4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320" y="618125"/>
            <a:ext cx="2519680" cy="35554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6E2486F-8D4D-4631-BED3-25EFEF7CAE2E}"/>
              </a:ext>
            </a:extLst>
          </p:cNvPr>
          <p:cNvSpPr txBox="1"/>
          <p:nvPr/>
        </p:nvSpPr>
        <p:spPr>
          <a:xfrm>
            <a:off x="0" y="325736"/>
            <a:ext cx="12192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ru-RU" sz="3200" dirty="0">
                <a:latin typeface="+mj-lt"/>
              </a:rPr>
              <a:t>ER</a:t>
            </a:r>
            <a:r>
              <a:rPr lang="ru-RU" altLang="ru-RU" sz="3200" dirty="0">
                <a:latin typeface="+mj-lt"/>
              </a:rPr>
              <a:t>-диаграмма образовательной платформы</a:t>
            </a:r>
            <a:endParaRPr lang="ru-RU" sz="3200" dirty="0">
              <a:latin typeface="+mj-lt"/>
            </a:endParaRP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6EDF2EC1-DB01-43E3-978F-ABE53AC8FFDA}"/>
              </a:ext>
            </a:extLst>
          </p:cNvPr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9667" y="973668"/>
            <a:ext cx="10896599" cy="5266208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Номер слайда 4">
            <a:extLst>
              <a:ext uri="{FF2B5EF4-FFF2-40B4-BE49-F238E27FC236}">
                <a16:creationId xmlns:a16="http://schemas.microsoft.com/office/drawing/2014/main" id="{15B0D26B-7F24-4EA9-B276-B8F277EB425B}"/>
              </a:ext>
            </a:extLst>
          </p:cNvPr>
          <p:cNvSpPr txBox="1">
            <a:spLocks/>
          </p:cNvSpPr>
          <p:nvPr/>
        </p:nvSpPr>
        <p:spPr>
          <a:xfrm>
            <a:off x="9912350" y="6308726"/>
            <a:ext cx="755650" cy="549275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marL="342900" indent="-342900" algn="l" defTabSz="914400" rtl="0" eaLnBrk="0" latinLnBrk="0" hangingPunct="0">
              <a:defRPr kumimoji="1"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1pPr>
            <a:lvl2pPr marL="457200" algn="l" defTabSz="914400" rtl="0" eaLnBrk="0" latinLnBrk="0" hangingPunct="0">
              <a:defRPr kumimoji="1"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2pPr>
            <a:lvl3pPr marL="1143000" indent="-228600" algn="l" defTabSz="914400" rtl="0" eaLnBrk="0" latinLnBrk="0" hangingPunct="0">
              <a:defRPr kumimoji="1"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3pPr>
            <a:lvl4pPr marL="1600200" indent="-228600" algn="l" defTabSz="914400" rtl="0" eaLnBrk="0" latinLnBrk="0" hangingPunct="0">
              <a:defRPr kumimoji="1"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4pPr>
            <a:lvl5pPr marL="2057400" indent="-228600" algn="l" defTabSz="914400" rtl="0" eaLnBrk="0" latinLnBrk="0" hangingPunct="0">
              <a:defRPr kumimoji="1"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5pPr>
            <a:lvl6pPr marL="25146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6pPr>
            <a:lvl7pPr marL="29718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7pPr>
            <a:lvl8pPr marL="34290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8pPr>
            <a:lvl9pPr marL="38862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9pPr>
          </a:lstStyle>
          <a:p>
            <a:pPr marL="0" lvl="1" algn="ctr" eaLnBrk="1" hangingPunct="1"/>
            <a:fld id="{A5BB4BF9-1406-4C0C-B55A-3050AE55AF7F}" type="slidenum">
              <a:rPr lang="ru-RU" altLang="ru-RU" smtClean="0"/>
              <a:pPr marL="0" lvl="1" algn="ctr" eaLnBrk="1" hangingPunct="1"/>
              <a:t>17</a:t>
            </a:fld>
            <a:endParaRPr lang="ru-RU" altLang="ru-RU" dirty="0">
              <a:latin typeface="Calibri" panose="020F0502020204030204" pitchFamily="34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491486069"/>
      </p:ext>
    </p:extLst>
  </p:cSld>
  <p:clrMapOvr>
    <a:masterClrMapping/>
  </p:clrMapOvr>
  <p:transition advTm="2000">
    <p:comb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05622B6F-3C0A-4D47-9F54-DF470750C4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320" y="618125"/>
            <a:ext cx="2519680" cy="35554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6E2486F-8D4D-4631-BED3-25EFEF7CAE2E}"/>
              </a:ext>
            </a:extLst>
          </p:cNvPr>
          <p:cNvSpPr txBox="1"/>
          <p:nvPr/>
        </p:nvSpPr>
        <p:spPr>
          <a:xfrm>
            <a:off x="0" y="325736"/>
            <a:ext cx="12192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altLang="ru-RU" sz="3200" dirty="0">
                <a:latin typeface="+mj-lt"/>
              </a:rPr>
              <a:t>Математические модели</a:t>
            </a:r>
            <a:endParaRPr lang="ru-RU" sz="3200" dirty="0">
              <a:latin typeface="+mj-lt"/>
            </a:endParaRPr>
          </a:p>
        </p:txBody>
      </p:sp>
      <p:sp>
        <p:nvSpPr>
          <p:cNvPr id="7" name="Номер слайда 4">
            <a:extLst>
              <a:ext uri="{FF2B5EF4-FFF2-40B4-BE49-F238E27FC236}">
                <a16:creationId xmlns:a16="http://schemas.microsoft.com/office/drawing/2014/main" id="{15B0D26B-7F24-4EA9-B276-B8F277EB425B}"/>
              </a:ext>
            </a:extLst>
          </p:cNvPr>
          <p:cNvSpPr txBox="1">
            <a:spLocks/>
          </p:cNvSpPr>
          <p:nvPr/>
        </p:nvSpPr>
        <p:spPr>
          <a:xfrm>
            <a:off x="9912350" y="6308726"/>
            <a:ext cx="755650" cy="549275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marL="342900" indent="-342900" algn="l" defTabSz="914400" rtl="0" eaLnBrk="0" latinLnBrk="0" hangingPunct="0">
              <a:defRPr kumimoji="1"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1pPr>
            <a:lvl2pPr marL="457200" algn="l" defTabSz="914400" rtl="0" eaLnBrk="0" latinLnBrk="0" hangingPunct="0">
              <a:defRPr kumimoji="1"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2pPr>
            <a:lvl3pPr marL="1143000" indent="-228600" algn="l" defTabSz="914400" rtl="0" eaLnBrk="0" latinLnBrk="0" hangingPunct="0">
              <a:defRPr kumimoji="1"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3pPr>
            <a:lvl4pPr marL="1600200" indent="-228600" algn="l" defTabSz="914400" rtl="0" eaLnBrk="0" latinLnBrk="0" hangingPunct="0">
              <a:defRPr kumimoji="1"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4pPr>
            <a:lvl5pPr marL="2057400" indent="-228600" algn="l" defTabSz="914400" rtl="0" eaLnBrk="0" latinLnBrk="0" hangingPunct="0">
              <a:defRPr kumimoji="1"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5pPr>
            <a:lvl6pPr marL="25146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6pPr>
            <a:lvl7pPr marL="29718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7pPr>
            <a:lvl8pPr marL="34290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8pPr>
            <a:lvl9pPr marL="38862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9pPr>
          </a:lstStyle>
          <a:p>
            <a:pPr marL="0" lvl="1" algn="ctr" eaLnBrk="1" hangingPunct="1"/>
            <a:fld id="{A5BB4BF9-1406-4C0C-B55A-3050AE55AF7F}" type="slidenum">
              <a:rPr lang="ru-RU" altLang="ru-RU" smtClean="0"/>
              <a:pPr marL="0" lvl="1" algn="ctr" eaLnBrk="1" hangingPunct="1"/>
              <a:t>18</a:t>
            </a:fld>
            <a:endParaRPr lang="ru-RU" altLang="ru-RU" dirty="0">
              <a:latin typeface="Calibri" panose="020F0502020204030204" pitchFamily="34" charset="0"/>
            </a:endParaRPr>
          </a:p>
        </p:txBody>
      </p:sp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6F1F34D1-875D-4C78-9175-80BEAE334C8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33781" y="2042526"/>
            <a:ext cx="2372056" cy="533474"/>
          </a:xfrm>
          <a:prstGeom prst="rect">
            <a:avLst/>
          </a:prstGeom>
        </p:spPr>
      </p:pic>
      <p:pic>
        <p:nvPicPr>
          <p:cNvPr id="16" name="Picture 1">
            <a:extLst>
              <a:ext uri="{FF2B5EF4-FFF2-40B4-BE49-F238E27FC236}">
                <a16:creationId xmlns:a16="http://schemas.microsoft.com/office/drawing/2014/main" id="{E7DDBA1E-C911-40B2-A2CA-8DA339709448}"/>
              </a:ext>
            </a:extLst>
          </p:cNvPr>
          <p:cNvPicPr/>
          <p:nvPr/>
        </p:nvPicPr>
        <p:blipFill rotWithShape="1">
          <a:blip r:embed="rId5"/>
          <a:srcRect t="24576" b="27385"/>
          <a:stretch/>
        </p:blipFill>
        <p:spPr>
          <a:xfrm>
            <a:off x="5934622" y="2042525"/>
            <a:ext cx="5967395" cy="533475"/>
          </a:xfrm>
          <a:prstGeom prst="rect">
            <a:avLst/>
          </a:prstGeom>
          <a:solidFill>
            <a:schemeClr val="bg1"/>
          </a:solidFill>
        </p:spPr>
      </p:pic>
      <p:sp>
        <p:nvSpPr>
          <p:cNvPr id="23" name="图形">
            <a:extLst>
              <a:ext uri="{FF2B5EF4-FFF2-40B4-BE49-F238E27FC236}">
                <a16:creationId xmlns:a16="http://schemas.microsoft.com/office/drawing/2014/main" id="{6B355F74-26FA-4293-B788-22836C6EE8BE}"/>
              </a:ext>
            </a:extLst>
          </p:cNvPr>
          <p:cNvSpPr/>
          <p:nvPr/>
        </p:nvSpPr>
        <p:spPr>
          <a:xfrm>
            <a:off x="229199" y="1263025"/>
            <a:ext cx="5007036" cy="549275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95000"/>
              </a:schemeClr>
            </a:solidFill>
          </a:ln>
          <a:effectLst>
            <a:outerShdw blurRad="609600" dist="38100" dir="2700000" algn="tl" rotWithShape="0">
              <a:srgbClr val="6151DE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ru-RU" b="0" i="0" dirty="0">
              <a:solidFill>
                <a:schemeClr val="tx1"/>
              </a:solidFill>
              <a:effectLst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BC84FB3-3878-4D8B-A39F-3E3D3E64581F}"/>
              </a:ext>
            </a:extLst>
          </p:cNvPr>
          <p:cNvSpPr txBox="1"/>
          <p:nvPr/>
        </p:nvSpPr>
        <p:spPr>
          <a:xfrm>
            <a:off x="289983" y="1326181"/>
            <a:ext cx="494625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000" dirty="0"/>
              <a:t>Модель качества </a:t>
            </a:r>
            <a:r>
              <a:rPr lang="ru-RU" sz="2000" dirty="0" err="1"/>
              <a:t>нейросетевого</a:t>
            </a:r>
            <a:r>
              <a:rPr lang="ru-RU" sz="2000" dirty="0"/>
              <a:t> поиска </a:t>
            </a:r>
          </a:p>
        </p:txBody>
      </p:sp>
      <p:sp>
        <p:nvSpPr>
          <p:cNvPr id="25" name="图形">
            <a:extLst>
              <a:ext uri="{FF2B5EF4-FFF2-40B4-BE49-F238E27FC236}">
                <a16:creationId xmlns:a16="http://schemas.microsoft.com/office/drawing/2014/main" id="{9772CA25-398F-4D12-9954-D1668196EAED}"/>
              </a:ext>
            </a:extLst>
          </p:cNvPr>
          <p:cNvSpPr/>
          <p:nvPr/>
        </p:nvSpPr>
        <p:spPr>
          <a:xfrm>
            <a:off x="6156385" y="1263025"/>
            <a:ext cx="5007036" cy="549275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95000"/>
              </a:schemeClr>
            </a:solidFill>
          </a:ln>
          <a:effectLst>
            <a:outerShdw blurRad="609600" dist="38100" dir="2700000" algn="tl" rotWithShape="0">
              <a:srgbClr val="6151DE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ru-RU" b="0" i="0" dirty="0">
              <a:solidFill>
                <a:schemeClr val="tx1"/>
              </a:solidFill>
              <a:effectLst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7B50F7A-FB0B-4AD9-B4C1-16FCEE013150}"/>
              </a:ext>
            </a:extLst>
          </p:cNvPr>
          <p:cNvSpPr txBox="1"/>
          <p:nvPr/>
        </p:nvSpPr>
        <p:spPr>
          <a:xfrm>
            <a:off x="6156385" y="1326181"/>
            <a:ext cx="642196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000" dirty="0">
                <a:effectLst/>
                <a:ea typeface="Times New Roman" panose="02020603050405020304" pitchFamily="18" charset="0"/>
              </a:rPr>
              <a:t>Модель вовлеченности студентов</a:t>
            </a:r>
            <a:endParaRPr lang="ru-RU" sz="2000" dirty="0"/>
          </a:p>
        </p:txBody>
      </p:sp>
      <p:sp>
        <p:nvSpPr>
          <p:cNvPr id="27" name="图形">
            <a:extLst>
              <a:ext uri="{FF2B5EF4-FFF2-40B4-BE49-F238E27FC236}">
                <a16:creationId xmlns:a16="http://schemas.microsoft.com/office/drawing/2014/main" id="{6FA3E133-1109-4D37-B82E-B6317FD3E3A8}"/>
              </a:ext>
            </a:extLst>
          </p:cNvPr>
          <p:cNvSpPr/>
          <p:nvPr/>
        </p:nvSpPr>
        <p:spPr>
          <a:xfrm>
            <a:off x="229199" y="2870268"/>
            <a:ext cx="5007036" cy="3438458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95000"/>
              </a:schemeClr>
            </a:solidFill>
          </a:ln>
          <a:effectLst>
            <a:outerShdw blurRad="609600" dist="38100" dir="2700000" algn="tl" rotWithShape="0">
              <a:srgbClr val="6151DE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ru-RU" b="0" i="0" dirty="0">
              <a:solidFill>
                <a:schemeClr val="tx1"/>
              </a:solidFill>
              <a:effectLst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97E0F2E-7BC8-450C-92D1-938E8E1A305A}"/>
              </a:ext>
            </a:extLst>
          </p:cNvPr>
          <p:cNvSpPr txBox="1"/>
          <p:nvPr/>
        </p:nvSpPr>
        <p:spPr>
          <a:xfrm>
            <a:off x="289983" y="3052622"/>
            <a:ext cx="5007036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000" dirty="0">
                <a:effectLst/>
                <a:ea typeface="Times New Roman" panose="02020603050405020304" pitchFamily="18" charset="0"/>
              </a:rPr>
              <a:t>где Q - множество поисковых запросов, </a:t>
            </a:r>
            <a:r>
              <a:rPr lang="ru-RU" sz="2000" dirty="0" err="1">
                <a:effectLst/>
                <a:ea typeface="Times New Roman" panose="02020603050405020304" pitchFamily="18" charset="0"/>
              </a:rPr>
              <a:t>rank_i</a:t>
            </a:r>
            <a:r>
              <a:rPr lang="ru-RU" sz="2000" dirty="0">
                <a:effectLst/>
                <a:ea typeface="Times New Roman" panose="02020603050405020304" pitchFamily="18" charset="0"/>
              </a:rPr>
              <a:t> - позиция первого релевантного документа в результатах i-го запроса. Значение MRR близкое к 1 означает, что релевантный фрагмент стабильно попадает на первое место</a:t>
            </a:r>
            <a:endParaRPr lang="ru-RU" sz="2000" dirty="0"/>
          </a:p>
        </p:txBody>
      </p:sp>
      <p:sp>
        <p:nvSpPr>
          <p:cNvPr id="29" name="图形">
            <a:extLst>
              <a:ext uri="{FF2B5EF4-FFF2-40B4-BE49-F238E27FC236}">
                <a16:creationId xmlns:a16="http://schemas.microsoft.com/office/drawing/2014/main" id="{B52ABA51-6CF5-43F7-871C-9BF100223B1E}"/>
              </a:ext>
            </a:extLst>
          </p:cNvPr>
          <p:cNvSpPr/>
          <p:nvPr/>
        </p:nvSpPr>
        <p:spPr>
          <a:xfrm>
            <a:off x="5610469" y="2870268"/>
            <a:ext cx="6421966" cy="3438458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95000"/>
              </a:schemeClr>
            </a:solidFill>
          </a:ln>
          <a:effectLst>
            <a:outerShdw blurRad="609600" dist="38100" dir="2700000" algn="tl" rotWithShape="0">
              <a:srgbClr val="6151DE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ru-RU" b="0" i="0" dirty="0">
              <a:solidFill>
                <a:schemeClr val="tx1"/>
              </a:solidFill>
              <a:effectLst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113160D8-04DE-4111-B79F-F65CCFADB530}"/>
              </a:ext>
            </a:extLst>
          </p:cNvPr>
          <p:cNvSpPr txBox="1"/>
          <p:nvPr/>
        </p:nvSpPr>
        <p:spPr>
          <a:xfrm>
            <a:off x="5804203" y="2960974"/>
            <a:ext cx="6158598" cy="32570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ru-RU" sz="2000" dirty="0">
                <a:effectLst/>
                <a:ea typeface="MS Mincho" panose="02020609040205080304" pitchFamily="49" charset="-128"/>
                <a:cs typeface="Times New Roman" panose="02020603050405020304" pitchFamily="18" charset="0"/>
              </a:rPr>
              <a:t>Г</a:t>
            </a:r>
            <a:r>
              <a:rPr lang="en-US" sz="2000" dirty="0" err="1">
                <a:effectLst/>
                <a:ea typeface="MS Mincho" panose="02020609040205080304" pitchFamily="49" charset="-128"/>
                <a:cs typeface="Times New Roman" panose="02020603050405020304" pitchFamily="18" charset="0"/>
              </a:rPr>
              <a:t>де</a:t>
            </a:r>
            <a:r>
              <a:rPr lang="ru-RU" sz="2000" dirty="0"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effectLst/>
                <a:ea typeface="MS Mincho" panose="02020609040205080304" pitchFamily="49" charset="-128"/>
                <a:cs typeface="Times New Roman" panose="02020603050405020304" pitchFamily="18" charset="0"/>
              </a:rPr>
              <a:t>LessonsViewed</a:t>
            </a:r>
            <a:r>
              <a:rPr lang="ru-RU" sz="2000" dirty="0">
                <a:effectLst/>
                <a:ea typeface="MS Mincho" panose="02020609040205080304" pitchFamily="49" charset="-128"/>
                <a:cs typeface="Times New Roman" panose="02020603050405020304" pitchFamily="18" charset="0"/>
              </a:rPr>
              <a:t> / </a:t>
            </a:r>
            <a:r>
              <a:rPr lang="en-US" sz="2000" dirty="0" err="1">
                <a:effectLst/>
                <a:ea typeface="MS Mincho" panose="02020609040205080304" pitchFamily="49" charset="-128"/>
                <a:cs typeface="Times New Roman" panose="02020603050405020304" pitchFamily="18" charset="0"/>
              </a:rPr>
              <a:t>TotalLessons</a:t>
            </a:r>
            <a:r>
              <a:rPr lang="ru-RU" sz="2000" dirty="0">
                <a:effectLst/>
                <a:ea typeface="MS Mincho" panose="02020609040205080304" pitchFamily="49" charset="-128"/>
                <a:cs typeface="Times New Roman" panose="02020603050405020304" pitchFamily="18" charset="0"/>
              </a:rPr>
              <a:t> — доля просмотренных уроков от общего числа</a:t>
            </a:r>
            <a:r>
              <a:rPr lang="ru-RU" sz="2000" dirty="0"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effectLst/>
                <a:ea typeface="MS Mincho" panose="02020609040205080304" pitchFamily="49" charset="-128"/>
                <a:cs typeface="Times New Roman" panose="02020603050405020304" pitchFamily="18" charset="0"/>
              </a:rPr>
              <a:t>HWSubmitted</a:t>
            </a:r>
            <a:r>
              <a:rPr lang="ru-RU" sz="2000" dirty="0">
                <a:effectLst/>
                <a:ea typeface="MS Mincho" panose="02020609040205080304" pitchFamily="49" charset="-128"/>
                <a:cs typeface="Times New Roman" panose="02020603050405020304" pitchFamily="18" charset="0"/>
              </a:rPr>
              <a:t> / </a:t>
            </a:r>
            <a:r>
              <a:rPr lang="en-US" sz="2000" dirty="0" err="1">
                <a:effectLst/>
                <a:ea typeface="MS Mincho" panose="02020609040205080304" pitchFamily="49" charset="-128"/>
                <a:cs typeface="Times New Roman" panose="02020603050405020304" pitchFamily="18" charset="0"/>
              </a:rPr>
              <a:t>HWAssigned</a:t>
            </a:r>
            <a:r>
              <a:rPr lang="ru-RU" sz="2000" dirty="0">
                <a:effectLst/>
                <a:ea typeface="MS Mincho" panose="02020609040205080304" pitchFamily="49" charset="-128"/>
                <a:cs typeface="Times New Roman" panose="02020603050405020304" pitchFamily="18" charset="0"/>
              </a:rPr>
              <a:t> — доля сданных заданий</a:t>
            </a:r>
            <a:r>
              <a:rPr lang="ru-RU" sz="2000" dirty="0"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effectLst/>
                <a:ea typeface="MS Mincho" panose="02020609040205080304" pitchFamily="49" charset="-128"/>
                <a:cs typeface="Times New Roman" panose="02020603050405020304" pitchFamily="18" charset="0"/>
              </a:rPr>
              <a:t>ChatMessages</a:t>
            </a:r>
            <a:r>
              <a:rPr lang="ru-RU" sz="2000" dirty="0">
                <a:effectLst/>
                <a:ea typeface="MS Mincho" panose="02020609040205080304" pitchFamily="49" charset="-128"/>
                <a:cs typeface="Times New Roman" panose="02020603050405020304" pitchFamily="18" charset="0"/>
              </a:rPr>
              <a:t> / </a:t>
            </a:r>
            <a:r>
              <a:rPr lang="en-US" sz="2000" dirty="0" err="1">
                <a:effectLst/>
                <a:ea typeface="MS Mincho" panose="02020609040205080304" pitchFamily="49" charset="-128"/>
                <a:cs typeface="Times New Roman" panose="02020603050405020304" pitchFamily="18" charset="0"/>
              </a:rPr>
              <a:t>ActiveDays</a:t>
            </a:r>
            <a:r>
              <a:rPr lang="ru-RU" sz="2000" dirty="0">
                <a:effectLst/>
                <a:ea typeface="MS Mincho" panose="02020609040205080304" pitchFamily="49" charset="-128"/>
                <a:cs typeface="Times New Roman" panose="02020603050405020304" pitchFamily="18" charset="0"/>
              </a:rPr>
              <a:t> — среднее число текстовых обращений к ассистенту в день, нормированное к единице делением на 10</a:t>
            </a:r>
            <a:r>
              <a:rPr lang="ru-RU" sz="2000" dirty="0"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effectLst/>
                <a:ea typeface="MS Mincho" panose="02020609040205080304" pitchFamily="49" charset="-128"/>
                <a:cs typeface="Times New Roman" panose="02020603050405020304" pitchFamily="18" charset="0"/>
              </a:rPr>
              <a:t>VoiceSessions</a:t>
            </a:r>
            <a:r>
              <a:rPr lang="ru-RU" sz="2000" dirty="0">
                <a:effectLst/>
                <a:ea typeface="MS Mincho" panose="02020609040205080304" pitchFamily="49" charset="-128"/>
                <a:cs typeface="Times New Roman" panose="02020603050405020304" pitchFamily="18" charset="0"/>
              </a:rPr>
              <a:t> / </a:t>
            </a:r>
            <a:r>
              <a:rPr lang="en-US" sz="2000" dirty="0" err="1">
                <a:effectLst/>
                <a:ea typeface="MS Mincho" panose="02020609040205080304" pitchFamily="49" charset="-128"/>
                <a:cs typeface="Times New Roman" panose="02020603050405020304" pitchFamily="18" charset="0"/>
              </a:rPr>
              <a:t>ActiveDays</a:t>
            </a:r>
            <a:r>
              <a:rPr lang="ru-RU" sz="2000" dirty="0">
                <a:effectLst/>
                <a:ea typeface="MS Mincho" panose="02020609040205080304" pitchFamily="49" charset="-128"/>
                <a:cs typeface="Times New Roman" panose="02020603050405020304" pitchFamily="18" charset="0"/>
              </a:rPr>
              <a:t> — среднее число голосовых сессий в день, нормированное делением на 3 (3 сессии в день = максимум вовлечённости).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875153093"/>
      </p:ext>
    </p:extLst>
  </p:cSld>
  <p:clrMapOvr>
    <a:masterClrMapping/>
  </p:clrMapOvr>
  <p:transition advTm="2000">
    <p:comb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05622B6F-3C0A-4D47-9F54-DF470750C4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320" y="618125"/>
            <a:ext cx="2519680" cy="35554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6E2486F-8D4D-4631-BED3-25EFEF7CAE2E}"/>
              </a:ext>
            </a:extLst>
          </p:cNvPr>
          <p:cNvSpPr txBox="1"/>
          <p:nvPr/>
        </p:nvSpPr>
        <p:spPr>
          <a:xfrm>
            <a:off x="0" y="325736"/>
            <a:ext cx="12192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altLang="ru-RU" sz="3200" dirty="0">
                <a:latin typeface="+mj-lt"/>
              </a:rPr>
              <a:t>Математические модели</a:t>
            </a:r>
            <a:endParaRPr lang="ru-RU" sz="3200" dirty="0">
              <a:latin typeface="+mj-lt"/>
            </a:endParaRPr>
          </a:p>
        </p:txBody>
      </p:sp>
      <p:sp>
        <p:nvSpPr>
          <p:cNvPr id="7" name="Номер слайда 4">
            <a:extLst>
              <a:ext uri="{FF2B5EF4-FFF2-40B4-BE49-F238E27FC236}">
                <a16:creationId xmlns:a16="http://schemas.microsoft.com/office/drawing/2014/main" id="{15B0D26B-7F24-4EA9-B276-B8F277EB425B}"/>
              </a:ext>
            </a:extLst>
          </p:cNvPr>
          <p:cNvSpPr txBox="1">
            <a:spLocks/>
          </p:cNvSpPr>
          <p:nvPr/>
        </p:nvSpPr>
        <p:spPr>
          <a:xfrm>
            <a:off x="9912350" y="6308726"/>
            <a:ext cx="755650" cy="549275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marL="342900" indent="-342900" algn="l" defTabSz="914400" rtl="0" eaLnBrk="0" latinLnBrk="0" hangingPunct="0">
              <a:defRPr kumimoji="1"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1pPr>
            <a:lvl2pPr marL="457200" algn="l" defTabSz="914400" rtl="0" eaLnBrk="0" latinLnBrk="0" hangingPunct="0">
              <a:defRPr kumimoji="1"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2pPr>
            <a:lvl3pPr marL="1143000" indent="-228600" algn="l" defTabSz="914400" rtl="0" eaLnBrk="0" latinLnBrk="0" hangingPunct="0">
              <a:defRPr kumimoji="1"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3pPr>
            <a:lvl4pPr marL="1600200" indent="-228600" algn="l" defTabSz="914400" rtl="0" eaLnBrk="0" latinLnBrk="0" hangingPunct="0">
              <a:defRPr kumimoji="1"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4pPr>
            <a:lvl5pPr marL="2057400" indent="-228600" algn="l" defTabSz="914400" rtl="0" eaLnBrk="0" latinLnBrk="0" hangingPunct="0">
              <a:defRPr kumimoji="1"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5pPr>
            <a:lvl6pPr marL="25146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6pPr>
            <a:lvl7pPr marL="29718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7pPr>
            <a:lvl8pPr marL="34290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8pPr>
            <a:lvl9pPr marL="38862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9pPr>
          </a:lstStyle>
          <a:p>
            <a:pPr marL="0" lvl="1" algn="ctr" eaLnBrk="1" hangingPunct="1"/>
            <a:fld id="{A5BB4BF9-1406-4C0C-B55A-3050AE55AF7F}" type="slidenum">
              <a:rPr lang="ru-RU" altLang="ru-RU" smtClean="0"/>
              <a:pPr marL="0" lvl="1" algn="ctr" eaLnBrk="1" hangingPunct="1"/>
              <a:t>19</a:t>
            </a:fld>
            <a:endParaRPr lang="ru-RU" altLang="ru-RU" dirty="0">
              <a:latin typeface="Calibri" panose="020F0502020204030204" pitchFamily="34" charset="0"/>
            </a:endParaRPr>
          </a:p>
        </p:txBody>
      </p:sp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852FB3D5-3F7E-43AC-875A-835E495F643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49592" y="2055552"/>
            <a:ext cx="7292816" cy="769657"/>
          </a:xfrm>
          <a:prstGeom prst="rect">
            <a:avLst/>
          </a:prstGeom>
        </p:spPr>
      </p:pic>
      <p:sp>
        <p:nvSpPr>
          <p:cNvPr id="17" name="图形">
            <a:extLst>
              <a:ext uri="{FF2B5EF4-FFF2-40B4-BE49-F238E27FC236}">
                <a16:creationId xmlns:a16="http://schemas.microsoft.com/office/drawing/2014/main" id="{9F3A990D-A52A-443B-81F1-7DAD2BE45DE7}"/>
              </a:ext>
            </a:extLst>
          </p:cNvPr>
          <p:cNvSpPr/>
          <p:nvPr/>
        </p:nvSpPr>
        <p:spPr>
          <a:xfrm>
            <a:off x="655320" y="3110023"/>
            <a:ext cx="10622280" cy="3035967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95000"/>
              </a:schemeClr>
            </a:solidFill>
          </a:ln>
          <a:effectLst>
            <a:outerShdw blurRad="609600" dist="38100" dir="2700000" algn="tl" rotWithShape="0">
              <a:srgbClr val="6151DE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ru-RU" b="0" i="0" dirty="0">
              <a:solidFill>
                <a:schemeClr val="tx1"/>
              </a:solidFill>
              <a:effectLst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C663153-EF00-458F-9499-1CD66EFFFA99}"/>
              </a:ext>
            </a:extLst>
          </p:cNvPr>
          <p:cNvSpPr txBox="1"/>
          <p:nvPr/>
        </p:nvSpPr>
        <p:spPr>
          <a:xfrm>
            <a:off x="1236135" y="3310052"/>
            <a:ext cx="9431865" cy="2352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449580" algn="just">
              <a:lnSpc>
                <a:spcPct val="150000"/>
              </a:lnSpc>
            </a:pPr>
            <a:r>
              <a:rPr lang="ru-RU" sz="2000" kern="100" dirty="0">
                <a:effectLst/>
                <a:ea typeface="NSimSun" panose="02010609030101010101" pitchFamily="49" charset="-122"/>
                <a:cs typeface="Lucida Sans" panose="020B0602030504020204" pitchFamily="34" charset="0"/>
              </a:rPr>
              <a:t>где </a:t>
            </a:r>
            <a:r>
              <a:rPr lang="ru-RU" sz="2000" kern="100" dirty="0" err="1">
                <a:effectLst/>
                <a:ea typeface="NSimSun" panose="02010609030101010101" pitchFamily="49" charset="-122"/>
                <a:cs typeface="Lucida Sans" panose="020B0602030504020204" pitchFamily="34" charset="0"/>
              </a:rPr>
              <a:t>NavSuccess</a:t>
            </a:r>
            <a:r>
              <a:rPr lang="ru-RU" sz="2000" kern="100" dirty="0">
                <a:effectLst/>
                <a:ea typeface="NSimSun" panose="02010609030101010101" pitchFamily="49" charset="-122"/>
                <a:cs typeface="Lucida Sans" panose="020B0602030504020204" pitchFamily="34" charset="0"/>
              </a:rPr>
              <a:t> - доля успешно выполненных голосовых команд навигации от общего числа попыток; </a:t>
            </a:r>
            <a:r>
              <a:rPr lang="ru-RU" sz="2000" kern="100" dirty="0" err="1">
                <a:effectLst/>
                <a:ea typeface="NSimSun" panose="02010609030101010101" pitchFamily="49" charset="-122"/>
                <a:cs typeface="Lucida Sans" panose="020B0602030504020204" pitchFamily="34" charset="0"/>
              </a:rPr>
              <a:t>LatencyNorm</a:t>
            </a:r>
            <a:r>
              <a:rPr lang="ru-RU" sz="2000" kern="100" dirty="0">
                <a:effectLst/>
                <a:ea typeface="NSimSun" panose="02010609030101010101" pitchFamily="49" charset="-122"/>
                <a:cs typeface="Lucida Sans" panose="020B0602030504020204" pitchFamily="34" charset="0"/>
              </a:rPr>
              <a:t> - нормированная медианная латентность ответа (P50), вычисляемая как P50/5000 с ограничением в диапазоне [0;1], где 5000 </a:t>
            </a:r>
            <a:r>
              <a:rPr lang="ru-RU" sz="2000" kern="100" dirty="0" err="1">
                <a:effectLst/>
                <a:ea typeface="NSimSun" panose="02010609030101010101" pitchFamily="49" charset="-122"/>
                <a:cs typeface="Lucida Sans" panose="020B0602030504020204" pitchFamily="34" charset="0"/>
              </a:rPr>
              <a:t>мс</a:t>
            </a:r>
            <a:r>
              <a:rPr lang="ru-RU" sz="2000" kern="100" dirty="0">
                <a:effectLst/>
                <a:ea typeface="NSimSun" panose="02010609030101010101" pitchFamily="49" charset="-122"/>
                <a:cs typeface="Lucida Sans" panose="020B0602030504020204" pitchFamily="34" charset="0"/>
              </a:rPr>
              <a:t> - максимально допустимое время; </a:t>
            </a:r>
            <a:r>
              <a:rPr lang="ru-RU" sz="2000" kern="100" dirty="0" err="1">
                <a:effectLst/>
                <a:ea typeface="NSimSun" panose="02010609030101010101" pitchFamily="49" charset="-122"/>
                <a:cs typeface="Lucida Sans" panose="020B0602030504020204" pitchFamily="34" charset="0"/>
              </a:rPr>
              <a:t>SessionLengthNorm</a:t>
            </a:r>
            <a:r>
              <a:rPr lang="ru-RU" sz="2000" kern="100" dirty="0">
                <a:effectLst/>
                <a:ea typeface="NSimSun" panose="02010609030101010101" pitchFamily="49" charset="-122"/>
                <a:cs typeface="Lucida Sans" panose="020B0602030504020204" pitchFamily="34" charset="0"/>
              </a:rPr>
              <a:t> - средняя длина голосовой сессии в репликах, нормированная делением на 10.</a:t>
            </a:r>
          </a:p>
        </p:txBody>
      </p:sp>
      <p:sp>
        <p:nvSpPr>
          <p:cNvPr id="23" name="图形">
            <a:extLst>
              <a:ext uri="{FF2B5EF4-FFF2-40B4-BE49-F238E27FC236}">
                <a16:creationId xmlns:a16="http://schemas.microsoft.com/office/drawing/2014/main" id="{933D4C66-01BC-41C2-99C1-492452C43984}"/>
              </a:ext>
            </a:extLst>
          </p:cNvPr>
          <p:cNvSpPr/>
          <p:nvPr/>
        </p:nvSpPr>
        <p:spPr>
          <a:xfrm>
            <a:off x="655320" y="1307244"/>
            <a:ext cx="10622280" cy="530644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95000"/>
              </a:schemeClr>
            </a:solidFill>
          </a:ln>
          <a:effectLst>
            <a:outerShdw blurRad="609600" dist="38100" dir="2700000" algn="tl" rotWithShape="0">
              <a:srgbClr val="6151DE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ru-RU" b="0" i="0" dirty="0">
              <a:solidFill>
                <a:schemeClr val="tx1"/>
              </a:solidFill>
              <a:effectLst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B28336F-0F86-4D38-BE0D-C785E522CC5B}"/>
              </a:ext>
            </a:extLst>
          </p:cNvPr>
          <p:cNvSpPr txBox="1"/>
          <p:nvPr/>
        </p:nvSpPr>
        <p:spPr>
          <a:xfrm>
            <a:off x="655319" y="1341733"/>
            <a:ext cx="1062228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2400" dirty="0">
                <a:effectLst/>
                <a:ea typeface="Times New Roman" panose="02020603050405020304" pitchFamily="18" charset="0"/>
              </a:rPr>
              <a:t>Модель эффективности голосового ассистента</a:t>
            </a:r>
            <a:endParaRPr lang="ru-RU" sz="2400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606533193"/>
      </p:ext>
    </p:extLst>
  </p:cSld>
  <p:clrMapOvr>
    <a:masterClrMapping/>
  </p:clrMapOvr>
  <p:transition advTm="2000">
    <p:comb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05622B6F-3C0A-4D47-9F54-DF470750C4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320" y="618125"/>
            <a:ext cx="2519680" cy="355542"/>
          </a:xfrm>
          <a:prstGeom prst="rect">
            <a:avLst/>
          </a:prstGeom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7595CC17-A47D-48B6-9A6A-053C00475D05}"/>
              </a:ext>
            </a:extLst>
          </p:cNvPr>
          <p:cNvSpPr txBox="1"/>
          <p:nvPr/>
        </p:nvSpPr>
        <p:spPr>
          <a:xfrm>
            <a:off x="687195" y="485563"/>
            <a:ext cx="1055653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3200" dirty="0">
                <a:latin typeface="+mj-lt"/>
              </a:rPr>
              <a:t>Концептуальная модель данных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C32E7876-C37A-4AD7-944A-B033AC2DF6FA}"/>
              </a:ext>
            </a:extLst>
          </p:cNvPr>
          <p:cNvPicPr/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5753" y="1106229"/>
            <a:ext cx="10720493" cy="571375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170993199"/>
      </p:ext>
    </p:extLst>
  </p:cSld>
  <p:clrMapOvr>
    <a:masterClrMapping/>
  </p:clrMapOvr>
  <p:transition advTm="2000">
    <p:comb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05622B6F-3C0A-4D47-9F54-DF470750C4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320" y="618125"/>
            <a:ext cx="2519680" cy="355542"/>
          </a:xfrm>
          <a:prstGeom prst="rect">
            <a:avLst/>
          </a:prstGeom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7595CC17-A47D-48B6-9A6A-053C00475D05}"/>
              </a:ext>
            </a:extLst>
          </p:cNvPr>
          <p:cNvSpPr txBox="1"/>
          <p:nvPr/>
        </p:nvSpPr>
        <p:spPr>
          <a:xfrm>
            <a:off x="687195" y="485563"/>
            <a:ext cx="1055653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3200" dirty="0">
                <a:latin typeface="+mj-lt"/>
              </a:rPr>
              <a:t>Логическая модель данных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CEC3F800-ED69-4763-BB35-E15E01C2DD51}"/>
              </a:ext>
            </a:extLst>
          </p:cNvPr>
          <p:cNvPicPr/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92"/>
          <a:stretch/>
        </p:blipFill>
        <p:spPr bwMode="auto">
          <a:xfrm>
            <a:off x="719070" y="1106229"/>
            <a:ext cx="10588413" cy="5595217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4241549292"/>
      </p:ext>
    </p:extLst>
  </p:cSld>
  <p:clrMapOvr>
    <a:masterClrMapping/>
  </p:clrMapOvr>
  <p:transition advTm="2000">
    <p:comb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05622B6F-3C0A-4D47-9F54-DF470750C4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320" y="618125"/>
            <a:ext cx="2519680" cy="355542"/>
          </a:xfrm>
          <a:prstGeom prst="rect">
            <a:avLst/>
          </a:prstGeom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7595CC17-A47D-48B6-9A6A-053C00475D05}"/>
              </a:ext>
            </a:extLst>
          </p:cNvPr>
          <p:cNvSpPr txBox="1"/>
          <p:nvPr/>
        </p:nvSpPr>
        <p:spPr>
          <a:xfrm>
            <a:off x="687195" y="485563"/>
            <a:ext cx="1055653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3200" dirty="0">
                <a:latin typeface="+mj-lt"/>
              </a:rPr>
              <a:t>Физическая модель данных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4DEB04EA-FD6F-4FEF-8064-F829F1C2F6FC}"/>
              </a:ext>
            </a:extLst>
          </p:cNvPr>
          <p:cNvPicPr/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712" r="4152"/>
          <a:stretch/>
        </p:blipFill>
        <p:spPr bwMode="auto">
          <a:xfrm>
            <a:off x="1295400" y="1141345"/>
            <a:ext cx="9356408" cy="563880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735110298"/>
      </p:ext>
    </p:extLst>
  </p:cSld>
  <p:clrMapOvr>
    <a:masterClrMapping/>
  </p:clrMapOvr>
  <p:transition advTm="2000">
    <p:comb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05622B6F-3C0A-4D47-9F54-DF470750C4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320" y="618125"/>
            <a:ext cx="2519680" cy="355542"/>
          </a:xfrm>
          <a:prstGeom prst="rect">
            <a:avLst/>
          </a:prstGeom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7595CC17-A47D-48B6-9A6A-053C00475D05}"/>
              </a:ext>
            </a:extLst>
          </p:cNvPr>
          <p:cNvSpPr txBox="1"/>
          <p:nvPr/>
        </p:nvSpPr>
        <p:spPr>
          <a:xfrm>
            <a:off x="687195" y="485563"/>
            <a:ext cx="10556538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3200" dirty="0">
                <a:latin typeface="+mj-lt"/>
              </a:rPr>
              <a:t>Концептуальная модель данных </a:t>
            </a:r>
          </a:p>
          <a:p>
            <a:pPr algn="ctr"/>
            <a:r>
              <a:rPr lang="ru-RU" sz="3200" dirty="0">
                <a:latin typeface="+mj-lt"/>
              </a:rPr>
              <a:t>(Образовательная платформа)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A2020F2B-A980-49DA-BC5E-4EA0489A5614}"/>
              </a:ext>
            </a:extLst>
          </p:cNvPr>
          <p:cNvPicPr/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3609" y="1562781"/>
            <a:ext cx="10203709" cy="4851882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725812599"/>
      </p:ext>
    </p:extLst>
  </p:cSld>
  <p:clrMapOvr>
    <a:masterClrMapping/>
  </p:clrMapOvr>
  <p:transition advTm="2000">
    <p:comb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05622B6F-3C0A-4D47-9F54-DF470750C4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320" y="618125"/>
            <a:ext cx="2519680" cy="355542"/>
          </a:xfrm>
          <a:prstGeom prst="rect">
            <a:avLst/>
          </a:prstGeom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7595CC17-A47D-48B6-9A6A-053C00475D05}"/>
              </a:ext>
            </a:extLst>
          </p:cNvPr>
          <p:cNvSpPr txBox="1"/>
          <p:nvPr/>
        </p:nvSpPr>
        <p:spPr>
          <a:xfrm>
            <a:off x="687195" y="485563"/>
            <a:ext cx="10556538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3200" dirty="0">
                <a:latin typeface="+mj-lt"/>
              </a:rPr>
              <a:t>Логическая модель данных </a:t>
            </a:r>
          </a:p>
          <a:p>
            <a:pPr algn="ctr"/>
            <a:r>
              <a:rPr lang="ru-RU" sz="3200" dirty="0">
                <a:latin typeface="+mj-lt"/>
              </a:rPr>
              <a:t>(Образовательная платформа)</a:t>
            </a:r>
          </a:p>
          <a:p>
            <a:pPr algn="ctr"/>
            <a:endParaRPr lang="ru-RU" sz="3200" dirty="0">
              <a:latin typeface="+mj-lt"/>
            </a:endParaRP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FE742C26-5282-4736-8366-923721F4D782}"/>
              </a:ext>
            </a:extLst>
          </p:cNvPr>
          <p:cNvPicPr/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7195" y="1568815"/>
            <a:ext cx="10137862" cy="5170651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520749453"/>
      </p:ext>
    </p:extLst>
  </p:cSld>
  <p:clrMapOvr>
    <a:masterClrMapping/>
  </p:clrMapOvr>
  <p:transition advTm="2000">
    <p:comb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05622B6F-3C0A-4D47-9F54-DF470750C4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320" y="618125"/>
            <a:ext cx="2519680" cy="355542"/>
          </a:xfrm>
          <a:prstGeom prst="rect">
            <a:avLst/>
          </a:prstGeom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7595CC17-A47D-48B6-9A6A-053C00475D05}"/>
              </a:ext>
            </a:extLst>
          </p:cNvPr>
          <p:cNvSpPr txBox="1"/>
          <p:nvPr/>
        </p:nvSpPr>
        <p:spPr>
          <a:xfrm>
            <a:off x="687195" y="485563"/>
            <a:ext cx="10556538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3200" dirty="0">
                <a:latin typeface="+mj-lt"/>
              </a:rPr>
              <a:t>Физическая модель данных</a:t>
            </a:r>
          </a:p>
          <a:p>
            <a:pPr algn="ctr"/>
            <a:r>
              <a:rPr lang="ru-RU" sz="3200" dirty="0">
                <a:latin typeface="+mj-lt"/>
              </a:rPr>
              <a:t>(Образовательная платформа)</a:t>
            </a:r>
          </a:p>
          <a:p>
            <a:pPr algn="ctr"/>
            <a:endParaRPr lang="ru-RU" sz="3200" dirty="0">
              <a:latin typeface="+mj-lt"/>
            </a:endParaRP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9AEF7666-9136-4374-86F0-357D3F7EAAA2}"/>
              </a:ext>
            </a:extLst>
          </p:cNvPr>
          <p:cNvPicPr/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03916" y="1629198"/>
            <a:ext cx="9523095" cy="5118735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59604840"/>
      </p:ext>
    </p:extLst>
  </p:cSld>
  <p:clrMapOvr>
    <a:masterClrMapping/>
  </p:clrMapOvr>
  <p:transition advTm="2000">
    <p:comb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05622B6F-3C0A-4D47-9F54-DF470750C4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320" y="618125"/>
            <a:ext cx="2519680" cy="355542"/>
          </a:xfrm>
          <a:prstGeom prst="rect">
            <a:avLst/>
          </a:prstGeom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7595CC17-A47D-48B6-9A6A-053C00475D05}"/>
              </a:ext>
            </a:extLst>
          </p:cNvPr>
          <p:cNvSpPr txBox="1"/>
          <p:nvPr/>
        </p:nvSpPr>
        <p:spPr>
          <a:xfrm>
            <a:off x="0" y="485563"/>
            <a:ext cx="12191999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3200" dirty="0">
                <a:latin typeface="+mj-lt"/>
              </a:rPr>
              <a:t>Источники информации</a:t>
            </a:r>
            <a:r>
              <a:rPr lang="en-US" sz="3200" dirty="0">
                <a:latin typeface="+mj-lt"/>
              </a:rPr>
              <a:t>, </a:t>
            </a:r>
            <a:r>
              <a:rPr lang="ru-RU" sz="3200" dirty="0">
                <a:latin typeface="+mj-lt"/>
              </a:rPr>
              <a:t>входная информация</a:t>
            </a:r>
          </a:p>
          <a:p>
            <a:pPr algn="ctr"/>
            <a:endParaRPr lang="ru-RU" sz="3200" dirty="0">
              <a:latin typeface="+mj-lt"/>
            </a:endParaRPr>
          </a:p>
        </p:txBody>
      </p:sp>
      <p:sp>
        <p:nvSpPr>
          <p:cNvPr id="6" name="图形">
            <a:extLst>
              <a:ext uri="{FF2B5EF4-FFF2-40B4-BE49-F238E27FC236}">
                <a16:creationId xmlns:a16="http://schemas.microsoft.com/office/drawing/2014/main" id="{002189B3-1C4E-40FE-9C14-FA4B6121ADA4}"/>
              </a:ext>
            </a:extLst>
          </p:cNvPr>
          <p:cNvSpPr/>
          <p:nvPr/>
        </p:nvSpPr>
        <p:spPr>
          <a:xfrm>
            <a:off x="153896" y="1202900"/>
            <a:ext cx="6763109" cy="781175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95000"/>
              </a:schemeClr>
            </a:solidFill>
          </a:ln>
          <a:effectLst>
            <a:outerShdw blurRad="609600" dist="38100" dir="2700000" algn="tl" rotWithShape="0">
              <a:srgbClr val="6151DE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2000" dirty="0">
                <a:solidFill>
                  <a:schemeClr val="tx1"/>
                </a:solidFill>
              </a:rPr>
              <a:t>Звук передаётся в виде непрерывного потока данных через протоколы </a:t>
            </a:r>
            <a:r>
              <a:rPr lang="en-US" sz="2000" dirty="0">
                <a:solidFill>
                  <a:schemeClr val="tx1"/>
                </a:solidFill>
              </a:rPr>
              <a:t>RTP</a:t>
            </a:r>
            <a:r>
              <a:rPr lang="ru-RU" sz="2000" dirty="0">
                <a:solidFill>
                  <a:schemeClr val="tx1"/>
                </a:solidFill>
              </a:rPr>
              <a:t> (</a:t>
            </a:r>
            <a:r>
              <a:rPr lang="en-US" sz="2000" dirty="0">
                <a:solidFill>
                  <a:schemeClr val="tx1"/>
                </a:solidFill>
              </a:rPr>
              <a:t>Real</a:t>
            </a:r>
            <a:r>
              <a:rPr lang="ru-RU" sz="2000" dirty="0">
                <a:solidFill>
                  <a:schemeClr val="tx1"/>
                </a:solidFill>
              </a:rPr>
              <a:t>-</a:t>
            </a:r>
            <a:r>
              <a:rPr lang="en-US" sz="2000" dirty="0">
                <a:solidFill>
                  <a:schemeClr val="tx1"/>
                </a:solidFill>
              </a:rPr>
              <a:t>Time Transport Protocol</a:t>
            </a:r>
            <a:r>
              <a:rPr lang="ru-RU" sz="2000" dirty="0">
                <a:solidFill>
                  <a:schemeClr val="tx1"/>
                </a:solidFill>
              </a:rPr>
              <a:t>) поверх </a:t>
            </a:r>
            <a:r>
              <a:rPr lang="en-US" sz="2000" dirty="0">
                <a:solidFill>
                  <a:schemeClr val="tx1"/>
                </a:solidFill>
              </a:rPr>
              <a:t>UDP</a:t>
            </a:r>
            <a:r>
              <a:rPr lang="ru-RU" sz="2000" dirty="0">
                <a:solidFill>
                  <a:schemeClr val="tx1"/>
                </a:solidFill>
              </a:rPr>
              <a:t> </a:t>
            </a:r>
          </a:p>
          <a:p>
            <a:pPr algn="l"/>
            <a:endParaRPr lang="ru-RU" b="0" i="0" dirty="0">
              <a:solidFill>
                <a:schemeClr val="tx1"/>
              </a:solidFill>
              <a:effectLst/>
            </a:endParaRPr>
          </a:p>
        </p:txBody>
      </p:sp>
      <p:sp>
        <p:nvSpPr>
          <p:cNvPr id="9" name="图形">
            <a:extLst>
              <a:ext uri="{FF2B5EF4-FFF2-40B4-BE49-F238E27FC236}">
                <a16:creationId xmlns:a16="http://schemas.microsoft.com/office/drawing/2014/main" id="{D2C2CDF8-7BD8-45CC-932C-82250AB5F126}"/>
              </a:ext>
            </a:extLst>
          </p:cNvPr>
          <p:cNvSpPr/>
          <p:nvPr/>
        </p:nvSpPr>
        <p:spPr>
          <a:xfrm>
            <a:off x="7755147" y="1202900"/>
            <a:ext cx="3881887" cy="781175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95000"/>
              </a:schemeClr>
            </a:solidFill>
          </a:ln>
          <a:effectLst>
            <a:outerShdw blurRad="609600" dist="38100" dir="2700000" algn="tl" rotWithShape="0">
              <a:srgbClr val="6151DE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ru-RU" sz="2000" dirty="0">
                <a:solidFill>
                  <a:schemeClr val="tx1"/>
                </a:solidFill>
              </a:rPr>
              <a:t>Для безопасности данные </a:t>
            </a:r>
            <a:endParaRPr lang="en-US" sz="2000" dirty="0">
              <a:solidFill>
                <a:schemeClr val="tx1"/>
              </a:solidFill>
            </a:endParaRPr>
          </a:p>
          <a:p>
            <a:pPr algn="ctr"/>
            <a:r>
              <a:rPr lang="ru-RU" sz="2000" dirty="0">
                <a:solidFill>
                  <a:schemeClr val="tx1"/>
                </a:solidFill>
              </a:rPr>
              <a:t>шифруются (</a:t>
            </a:r>
            <a:r>
              <a:rPr lang="en-US" sz="2000" dirty="0">
                <a:solidFill>
                  <a:schemeClr val="tx1"/>
                </a:solidFill>
              </a:rPr>
              <a:t>SRTP</a:t>
            </a:r>
            <a:r>
              <a:rPr lang="ru-RU" sz="2000" dirty="0">
                <a:solidFill>
                  <a:schemeClr val="tx1"/>
                </a:solidFill>
              </a:rPr>
              <a:t>)</a:t>
            </a:r>
          </a:p>
        </p:txBody>
      </p:sp>
      <p:sp>
        <p:nvSpPr>
          <p:cNvPr id="10" name="图形">
            <a:extLst>
              <a:ext uri="{FF2B5EF4-FFF2-40B4-BE49-F238E27FC236}">
                <a16:creationId xmlns:a16="http://schemas.microsoft.com/office/drawing/2014/main" id="{E93B0E85-43F9-4AFA-B6EC-C4FA022AC1FA}"/>
              </a:ext>
            </a:extLst>
          </p:cNvPr>
          <p:cNvSpPr/>
          <p:nvPr/>
        </p:nvSpPr>
        <p:spPr>
          <a:xfrm>
            <a:off x="2784952" y="2670316"/>
            <a:ext cx="6763109" cy="458074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95000"/>
              </a:schemeClr>
            </a:solidFill>
          </a:ln>
          <a:effectLst>
            <a:outerShdw blurRad="609600" dist="38100" dir="2700000" algn="tl" rotWithShape="0">
              <a:srgbClr val="6151DE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ru-RU" sz="2000" dirty="0">
                <a:solidFill>
                  <a:schemeClr val="tx1"/>
                </a:solidFill>
              </a:rPr>
              <a:t>Используемый кодек: Opus</a:t>
            </a:r>
          </a:p>
        </p:txBody>
      </p:sp>
      <p:sp>
        <p:nvSpPr>
          <p:cNvPr id="15" name="图形">
            <a:extLst>
              <a:ext uri="{FF2B5EF4-FFF2-40B4-BE49-F238E27FC236}">
                <a16:creationId xmlns:a16="http://schemas.microsoft.com/office/drawing/2014/main" id="{FA787039-AE65-4E62-9C35-26A44D719C5A}"/>
              </a:ext>
            </a:extLst>
          </p:cNvPr>
          <p:cNvSpPr/>
          <p:nvPr/>
        </p:nvSpPr>
        <p:spPr>
          <a:xfrm>
            <a:off x="2784952" y="3699143"/>
            <a:ext cx="6763109" cy="735775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95000"/>
              </a:schemeClr>
            </a:solidFill>
          </a:ln>
          <a:effectLst>
            <a:outerShdw blurRad="609600" dist="38100" dir="2700000" algn="tl" rotWithShape="0">
              <a:srgbClr val="6151DE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2000" dirty="0">
                <a:solidFill>
                  <a:schemeClr val="tx1"/>
                </a:solidFill>
              </a:rPr>
              <a:t>Сжатие с потерями (</a:t>
            </a:r>
            <a:r>
              <a:rPr lang="ru-RU" sz="2000" dirty="0" err="1">
                <a:solidFill>
                  <a:schemeClr val="tx1"/>
                </a:solidFill>
              </a:rPr>
              <a:t>lossy</a:t>
            </a:r>
            <a:r>
              <a:rPr lang="ru-RU" sz="2000" dirty="0">
                <a:solidFill>
                  <a:schemeClr val="tx1"/>
                </a:solidFill>
              </a:rPr>
              <a:t>), но с динамически изменяющимся битрейтом (VBR - </a:t>
            </a:r>
            <a:r>
              <a:rPr lang="ru-RU" sz="2000" dirty="0" err="1">
                <a:solidFill>
                  <a:schemeClr val="tx1"/>
                </a:solidFill>
              </a:rPr>
              <a:t>Variable</a:t>
            </a:r>
            <a:r>
              <a:rPr lang="ru-RU" sz="2000" dirty="0">
                <a:solidFill>
                  <a:schemeClr val="tx1"/>
                </a:solidFill>
              </a:rPr>
              <a:t> </a:t>
            </a:r>
            <a:r>
              <a:rPr lang="ru-RU" sz="2000" dirty="0" err="1">
                <a:solidFill>
                  <a:schemeClr val="tx1"/>
                </a:solidFill>
              </a:rPr>
              <a:t>Bitrate</a:t>
            </a:r>
            <a:r>
              <a:rPr lang="ru-RU" sz="2000" dirty="0">
                <a:solidFill>
                  <a:schemeClr val="tx1"/>
                </a:solidFill>
              </a:rPr>
              <a:t>)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31CD85C-C668-4308-81A8-638302520068}"/>
              </a:ext>
            </a:extLst>
          </p:cNvPr>
          <p:cNvSpPr txBox="1"/>
          <p:nvPr/>
        </p:nvSpPr>
        <p:spPr>
          <a:xfrm>
            <a:off x="0" y="3226377"/>
            <a:ext cx="1219199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2000" dirty="0"/>
              <a:t>Тип сжатия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NSimSun" panose="02010609030101010101" pitchFamily="49" charset="-122"/>
                <a:cs typeface="Lucida Sans" panose="020B0602030504020204" pitchFamily="34" charset="0"/>
              </a:rPr>
              <a:t>: </a:t>
            </a:r>
            <a:endParaRPr lang="ru-RU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53700D3-9E29-4133-A654-DFB0A71F3635}"/>
              </a:ext>
            </a:extLst>
          </p:cNvPr>
          <p:cNvSpPr txBox="1"/>
          <p:nvPr/>
        </p:nvSpPr>
        <p:spPr>
          <a:xfrm>
            <a:off x="0" y="4643896"/>
            <a:ext cx="1219199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2000" dirty="0"/>
              <a:t>Битрейт (степень сжатия)</a:t>
            </a:r>
          </a:p>
        </p:txBody>
      </p:sp>
      <p:sp>
        <p:nvSpPr>
          <p:cNvPr id="22" name="图形">
            <a:extLst>
              <a:ext uri="{FF2B5EF4-FFF2-40B4-BE49-F238E27FC236}">
                <a16:creationId xmlns:a16="http://schemas.microsoft.com/office/drawing/2014/main" id="{0EF012EB-20BB-4FFE-9FBE-56E454E817CE}"/>
              </a:ext>
            </a:extLst>
          </p:cNvPr>
          <p:cNvSpPr/>
          <p:nvPr/>
        </p:nvSpPr>
        <p:spPr>
          <a:xfrm>
            <a:off x="2483507" y="5068720"/>
            <a:ext cx="7773301" cy="1553002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95000"/>
              </a:schemeClr>
            </a:solidFill>
          </a:ln>
          <a:effectLst>
            <a:outerShdw blurRad="609600" dist="38100" dir="2700000" algn="tl" rotWithShape="0">
              <a:srgbClr val="6151DE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ru-RU" b="0" i="0" dirty="0">
              <a:solidFill>
                <a:schemeClr val="tx1"/>
              </a:solidFill>
              <a:effectLst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F62669B-E494-45A9-941B-D111AFF1C5CE}"/>
              </a:ext>
            </a:extLst>
          </p:cNvPr>
          <p:cNvSpPr txBox="1"/>
          <p:nvPr/>
        </p:nvSpPr>
        <p:spPr>
          <a:xfrm>
            <a:off x="2860137" y="5191937"/>
            <a:ext cx="7250502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000" dirty="0"/>
              <a:t>Для голосового диалога кодек автоматически подстраивается под ширину интернет-канала и обычно работает на скорости от 16 до 32 кбит/с. Если интернет плохой, Opus может сжать голос вплоть до 6 кбит/с, сохраняя его разборчивость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86805A6-0641-4E60-ABBA-C07C432EB309}"/>
              </a:ext>
            </a:extLst>
          </p:cNvPr>
          <p:cNvSpPr txBox="1"/>
          <p:nvPr/>
        </p:nvSpPr>
        <p:spPr>
          <a:xfrm>
            <a:off x="0" y="2206182"/>
            <a:ext cx="1219199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2000" dirty="0"/>
              <a:t>Сжатие</a:t>
            </a:r>
            <a:r>
              <a:rPr lang="en-US" dirty="0"/>
              <a:t>:</a:t>
            </a:r>
            <a:endParaRPr lang="ru-RU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257927063"/>
      </p:ext>
    </p:extLst>
  </p:cSld>
  <p:clrMapOvr>
    <a:masterClrMapping/>
  </p:clrMapOvr>
  <p:transition advTm="2000">
    <p:comb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图形">
            <a:extLst>
              <a:ext uri="{FF2B5EF4-FFF2-40B4-BE49-F238E27FC236}">
                <a16:creationId xmlns:a16="http://schemas.microsoft.com/office/drawing/2014/main" id="{04718A8E-D1C1-43EA-9DF9-4054B03BEB9B}"/>
              </a:ext>
            </a:extLst>
          </p:cNvPr>
          <p:cNvSpPr/>
          <p:nvPr/>
        </p:nvSpPr>
        <p:spPr>
          <a:xfrm>
            <a:off x="2274659" y="3488107"/>
            <a:ext cx="7781316" cy="1697880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95000"/>
              </a:schemeClr>
            </a:solidFill>
          </a:ln>
          <a:effectLst>
            <a:outerShdw blurRad="609600" dist="38100" dir="2700000" algn="tl" rotWithShape="0">
              <a:srgbClr val="6151DE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ru-RU" sz="2000" kern="100" dirty="0">
                <a:solidFill>
                  <a:schemeClr val="tx1"/>
                </a:solidFill>
                <a:ea typeface="NSimSun" panose="02010609030101010101" pitchFamily="49" charset="-122"/>
              </a:rPr>
              <a:t>Микрофон захватывает весь диапазон, но встроенные фильтры браузера (шумоподавление и эхоподавление) фокусируются на спектре человеческой речи: примерно от 80 Гц до 8 000 Гц</a:t>
            </a:r>
          </a:p>
          <a:p>
            <a:pPr lvl="0" algn="just">
              <a:lnSpc>
                <a:spcPct val="150000"/>
              </a:lnSpc>
            </a:pPr>
            <a:endParaRPr lang="ru-RU" sz="2000" kern="100" dirty="0">
              <a:solidFill>
                <a:schemeClr val="tx1"/>
              </a:solidFill>
              <a:ea typeface="NSimSun" panose="02010609030101010101" pitchFamily="49" charset="-122"/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05622B6F-3C0A-4D47-9F54-DF470750C4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320" y="618125"/>
            <a:ext cx="2519680" cy="355542"/>
          </a:xfrm>
          <a:prstGeom prst="rect">
            <a:avLst/>
          </a:prstGeom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7595CC17-A47D-48B6-9A6A-053C00475D05}"/>
              </a:ext>
            </a:extLst>
          </p:cNvPr>
          <p:cNvSpPr txBox="1"/>
          <p:nvPr/>
        </p:nvSpPr>
        <p:spPr>
          <a:xfrm>
            <a:off x="0" y="485563"/>
            <a:ext cx="12191999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3200" dirty="0">
                <a:latin typeface="+mj-lt"/>
              </a:rPr>
              <a:t>Источники информации</a:t>
            </a:r>
            <a:r>
              <a:rPr lang="en-US" sz="3200" dirty="0">
                <a:latin typeface="+mj-lt"/>
              </a:rPr>
              <a:t>,</a:t>
            </a:r>
            <a:r>
              <a:rPr lang="ru-RU" sz="3200" dirty="0">
                <a:latin typeface="+mj-lt"/>
              </a:rPr>
              <a:t> входная информация</a:t>
            </a:r>
          </a:p>
          <a:p>
            <a:pPr algn="ctr"/>
            <a:endParaRPr lang="ru-RU" sz="3200" dirty="0">
              <a:latin typeface="+mj-lt"/>
            </a:endParaRPr>
          </a:p>
        </p:txBody>
      </p:sp>
      <p:sp>
        <p:nvSpPr>
          <p:cNvPr id="22" name="图形">
            <a:extLst>
              <a:ext uri="{FF2B5EF4-FFF2-40B4-BE49-F238E27FC236}">
                <a16:creationId xmlns:a16="http://schemas.microsoft.com/office/drawing/2014/main" id="{0EF012EB-20BB-4FFE-9FBE-56E454E817CE}"/>
              </a:ext>
            </a:extLst>
          </p:cNvPr>
          <p:cNvSpPr/>
          <p:nvPr/>
        </p:nvSpPr>
        <p:spPr>
          <a:xfrm>
            <a:off x="2274659" y="2156185"/>
            <a:ext cx="7781316" cy="1069615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95000"/>
              </a:schemeClr>
            </a:solidFill>
          </a:ln>
          <a:effectLst>
            <a:outerShdw blurRad="609600" dist="38100" dir="2700000" algn="tl" rotWithShape="0">
              <a:srgbClr val="6151DE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just">
              <a:lnSpc>
                <a:spcPct val="150000"/>
              </a:lnSpc>
            </a:pPr>
            <a:r>
              <a:rPr lang="ru-RU" sz="2000" kern="100" dirty="0">
                <a:solidFill>
                  <a:schemeClr val="tx1"/>
                </a:solidFill>
                <a:ea typeface="NSimSun" panose="02010609030101010101" pitchFamily="49" charset="-122"/>
              </a:rPr>
              <a:t>Приложения </a:t>
            </a:r>
            <a:r>
              <a:rPr lang="ru-RU" sz="2000" kern="100" dirty="0" err="1">
                <a:solidFill>
                  <a:schemeClr val="tx1"/>
                </a:solidFill>
                <a:ea typeface="NSimSun" panose="02010609030101010101" pitchFamily="49" charset="-122"/>
              </a:rPr>
              <a:t>WebRTC</a:t>
            </a:r>
            <a:r>
              <a:rPr lang="ru-RU" sz="2000" kern="100" dirty="0">
                <a:solidFill>
                  <a:schemeClr val="tx1"/>
                </a:solidFill>
                <a:ea typeface="NSimSun" panose="02010609030101010101" pitchFamily="49" charset="-122"/>
              </a:rPr>
              <a:t> с кодеком Opus захватывают аудио с частотой 16 кГц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511799B-2C0A-406C-AB69-7D059A607F3F}"/>
              </a:ext>
            </a:extLst>
          </p:cNvPr>
          <p:cNvSpPr txBox="1"/>
          <p:nvPr/>
        </p:nvSpPr>
        <p:spPr>
          <a:xfrm>
            <a:off x="0" y="1332645"/>
            <a:ext cx="1219199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2400" dirty="0"/>
              <a:t>Частотные характеристики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273668250"/>
      </p:ext>
    </p:extLst>
  </p:cSld>
  <p:clrMapOvr>
    <a:masterClrMapping/>
  </p:clrMapOvr>
  <p:transition advTm="2000">
    <p:comb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05622B6F-3C0A-4D47-9F54-DF470750C4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320" y="618125"/>
            <a:ext cx="2519680" cy="355542"/>
          </a:xfrm>
          <a:prstGeom prst="rect">
            <a:avLst/>
          </a:prstGeom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7595CC17-A47D-48B6-9A6A-053C00475D05}"/>
              </a:ext>
            </a:extLst>
          </p:cNvPr>
          <p:cNvSpPr txBox="1"/>
          <p:nvPr/>
        </p:nvSpPr>
        <p:spPr>
          <a:xfrm>
            <a:off x="0" y="485563"/>
            <a:ext cx="12192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3200" dirty="0">
                <a:latin typeface="+mj-lt"/>
              </a:rPr>
              <a:t>Выходная информация</a:t>
            </a:r>
          </a:p>
        </p:txBody>
      </p:sp>
      <p:sp>
        <p:nvSpPr>
          <p:cNvPr id="6" name="图形">
            <a:extLst>
              <a:ext uri="{FF2B5EF4-FFF2-40B4-BE49-F238E27FC236}">
                <a16:creationId xmlns:a16="http://schemas.microsoft.com/office/drawing/2014/main" id="{07C3F1D0-2799-4D5A-BCD6-363C5567E146}"/>
              </a:ext>
            </a:extLst>
          </p:cNvPr>
          <p:cNvSpPr/>
          <p:nvPr/>
        </p:nvSpPr>
        <p:spPr>
          <a:xfrm>
            <a:off x="1086928" y="2275552"/>
            <a:ext cx="10161917" cy="3200400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95000"/>
              </a:schemeClr>
            </a:solidFill>
          </a:ln>
          <a:effectLst>
            <a:outerShdw blurRad="609600" dist="38100" dir="2700000" algn="tl" rotWithShape="0">
              <a:srgbClr val="6151DE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just">
              <a:lnSpc>
                <a:spcPct val="150000"/>
              </a:lnSpc>
            </a:pPr>
            <a:endParaRPr lang="ru-RU" sz="2000" kern="100" dirty="0">
              <a:solidFill>
                <a:schemeClr val="tx1"/>
              </a:solidFill>
              <a:ea typeface="NSimSun" panose="02010609030101010101" pitchFamily="49" charset="-122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07D5700-57D4-4D37-841E-F323DE23F02D}"/>
              </a:ext>
            </a:extLst>
          </p:cNvPr>
          <p:cNvSpPr txBox="1"/>
          <p:nvPr/>
        </p:nvSpPr>
        <p:spPr>
          <a:xfrm>
            <a:off x="1259456" y="2468515"/>
            <a:ext cx="9845616" cy="28146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450215" algn="just">
              <a:lnSpc>
                <a:spcPct val="150000"/>
              </a:lnSpc>
            </a:pPr>
            <a:r>
              <a:rPr lang="ru-RU" sz="2000" kern="100" dirty="0">
                <a:effectLst/>
                <a:ea typeface="NSimSun" panose="02010609030101010101" pitchFamily="49" charset="-122"/>
                <a:cs typeface="Lucida Sans" panose="020B0602030504020204" pitchFamily="34" charset="0"/>
              </a:rPr>
              <a:t>По результатам обработки входного голосового запроса пользователя система формирует ответный голосовой поток и воспроизводит его через динамики устройства.</a:t>
            </a:r>
          </a:p>
          <a:p>
            <a:pPr indent="450215" algn="just">
              <a:lnSpc>
                <a:spcPct val="150000"/>
              </a:lnSpc>
            </a:pPr>
            <a:r>
              <a:rPr lang="ru-RU" sz="2000" kern="100" dirty="0">
                <a:effectLst/>
                <a:ea typeface="NSimSun" panose="02010609030101010101" pitchFamily="49" charset="-122"/>
                <a:cs typeface="Lucida Sans" panose="020B0602030504020204" pitchFamily="34" charset="0"/>
              </a:rPr>
              <a:t>Текстовый ответ, сгенерированный языковой моделью, преобразуется в речь средствами платформы </a:t>
            </a:r>
            <a:r>
              <a:rPr lang="ru-RU" sz="2000" kern="100" dirty="0" err="1">
                <a:effectLst/>
                <a:ea typeface="NSimSun" panose="02010609030101010101" pitchFamily="49" charset="-122"/>
                <a:cs typeface="Lucida Sans" panose="020B0602030504020204" pitchFamily="34" charset="0"/>
              </a:rPr>
              <a:t>Ultravox</a:t>
            </a:r>
            <a:r>
              <a:rPr lang="ru-RU" sz="2000" kern="100" dirty="0">
                <a:effectLst/>
                <a:ea typeface="NSimSun" panose="02010609030101010101" pitchFamily="49" charset="-122"/>
                <a:cs typeface="Lucida Sans" panose="020B0602030504020204" pitchFamily="34" charset="0"/>
              </a:rPr>
              <a:t> (синтез речи, TTS - Text-</a:t>
            </a:r>
            <a:r>
              <a:rPr lang="ru-RU" sz="2000" kern="100" dirty="0" err="1">
                <a:effectLst/>
                <a:ea typeface="NSimSun" panose="02010609030101010101" pitchFamily="49" charset="-122"/>
                <a:cs typeface="Lucida Sans" panose="020B0602030504020204" pitchFamily="34" charset="0"/>
              </a:rPr>
              <a:t>to</a:t>
            </a:r>
            <a:r>
              <a:rPr lang="ru-RU" sz="2000" kern="100" dirty="0">
                <a:effectLst/>
                <a:ea typeface="NSimSun" panose="02010609030101010101" pitchFamily="49" charset="-122"/>
                <a:cs typeface="Lucida Sans" panose="020B0602030504020204" pitchFamily="34" charset="0"/>
              </a:rPr>
              <a:t>-</a:t>
            </a:r>
            <a:r>
              <a:rPr lang="ru-RU" sz="2000" kern="100" dirty="0" err="1">
                <a:effectLst/>
                <a:ea typeface="NSimSun" panose="02010609030101010101" pitchFamily="49" charset="-122"/>
                <a:cs typeface="Lucida Sans" panose="020B0602030504020204" pitchFamily="34" charset="0"/>
              </a:rPr>
              <a:t>Speech</a:t>
            </a:r>
            <a:r>
              <a:rPr lang="ru-RU" sz="2000" kern="100" dirty="0">
                <a:effectLst/>
                <a:ea typeface="NSimSun" panose="02010609030101010101" pitchFamily="49" charset="-122"/>
                <a:cs typeface="Lucida Sans" panose="020B0602030504020204" pitchFamily="34" charset="0"/>
              </a:rPr>
              <a:t>) и передаётся обратно клиенту в виде непрерывного аудиопотока. Направление передачи при этом противоположно входному: сервер → клиент.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77251845"/>
      </p:ext>
    </p:extLst>
  </p:cSld>
  <p:clrMapOvr>
    <a:masterClrMapping/>
  </p:clrMapOvr>
  <p:transition advTm="2000">
    <p:comb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05622B6F-3C0A-4D47-9F54-DF470750C4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320" y="618125"/>
            <a:ext cx="2519680" cy="355542"/>
          </a:xfrm>
          <a:prstGeom prst="rect">
            <a:avLst/>
          </a:prstGeom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7595CC17-A47D-48B6-9A6A-053C00475D05}"/>
              </a:ext>
            </a:extLst>
          </p:cNvPr>
          <p:cNvSpPr txBox="1"/>
          <p:nvPr/>
        </p:nvSpPr>
        <p:spPr>
          <a:xfrm>
            <a:off x="0" y="503508"/>
            <a:ext cx="12192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3200" dirty="0">
                <a:latin typeface="+mj-lt"/>
              </a:rPr>
              <a:t>Схема функциональной структуры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4C071CB-9180-4995-9275-969763DBE3AA}"/>
              </a:ext>
            </a:extLst>
          </p:cNvPr>
          <p:cNvSpPr txBox="1"/>
          <p:nvPr/>
        </p:nvSpPr>
        <p:spPr>
          <a:xfrm>
            <a:off x="-1" y="1464656"/>
            <a:ext cx="1219199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2400" dirty="0">
                <a:effectLst/>
                <a:ea typeface="Times New Roman" panose="02020603050405020304" pitchFamily="18" charset="0"/>
              </a:rPr>
              <a:t>Всего в системе разработано 3 отдельных функциональных модуля</a:t>
            </a:r>
            <a:endParaRPr lang="ru-RU" sz="2400" dirty="0"/>
          </a:p>
        </p:txBody>
      </p:sp>
      <p:sp>
        <p:nvSpPr>
          <p:cNvPr id="11" name="图形">
            <a:extLst>
              <a:ext uri="{FF2B5EF4-FFF2-40B4-BE49-F238E27FC236}">
                <a16:creationId xmlns:a16="http://schemas.microsoft.com/office/drawing/2014/main" id="{617BBE19-2861-499C-8238-D432A2569935}"/>
              </a:ext>
            </a:extLst>
          </p:cNvPr>
          <p:cNvSpPr/>
          <p:nvPr/>
        </p:nvSpPr>
        <p:spPr>
          <a:xfrm>
            <a:off x="2372360" y="2508623"/>
            <a:ext cx="8250767" cy="646331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95000"/>
              </a:schemeClr>
            </a:solidFill>
          </a:ln>
          <a:effectLst>
            <a:outerShdw blurRad="609600" dist="38100" dir="2700000" algn="tl" rotWithShape="0">
              <a:srgbClr val="6151DE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ru-RU" sz="2000" dirty="0">
                <a:solidFill>
                  <a:schemeClr val="tx1"/>
                </a:solidFill>
                <a:ea typeface="Times New Roman" panose="02020603050405020304" pitchFamily="18" charset="0"/>
              </a:rPr>
              <a:t>М</a:t>
            </a:r>
            <a:r>
              <a:rPr lang="ru-RU" sz="2000" dirty="0">
                <a:solidFill>
                  <a:schemeClr val="tx1"/>
                </a:solidFill>
                <a:effectLst/>
                <a:ea typeface="Times New Roman" panose="02020603050405020304" pitchFamily="18" charset="0"/>
              </a:rPr>
              <a:t>одуль ИИ сервиса, обеспечивающий связь между серверной частью образовательной платформы и голосовым ассистентом</a:t>
            </a:r>
            <a:endParaRPr lang="ru-RU" b="0" i="0" dirty="0">
              <a:solidFill>
                <a:schemeClr val="tx1"/>
              </a:solidFill>
              <a:effectLst/>
            </a:endParaRPr>
          </a:p>
        </p:txBody>
      </p:sp>
      <p:sp>
        <p:nvSpPr>
          <p:cNvPr id="12" name="图形">
            <a:extLst>
              <a:ext uri="{FF2B5EF4-FFF2-40B4-BE49-F238E27FC236}">
                <a16:creationId xmlns:a16="http://schemas.microsoft.com/office/drawing/2014/main" id="{2BB9961A-75DF-4DE9-A87C-AEF0B1BDE8E5}"/>
              </a:ext>
            </a:extLst>
          </p:cNvPr>
          <p:cNvSpPr/>
          <p:nvPr/>
        </p:nvSpPr>
        <p:spPr>
          <a:xfrm>
            <a:off x="2372360" y="3272218"/>
            <a:ext cx="8250767" cy="646331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95000"/>
              </a:schemeClr>
            </a:solidFill>
          </a:ln>
          <a:effectLst>
            <a:outerShdw blurRad="609600" dist="38100" dir="2700000" algn="tl" rotWithShape="0">
              <a:srgbClr val="6151DE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2000" dirty="0">
                <a:solidFill>
                  <a:schemeClr val="tx1"/>
                </a:solidFill>
              </a:rPr>
              <a:t>Модуль, обеспечивающий работу голосового ассистента</a:t>
            </a:r>
          </a:p>
        </p:txBody>
      </p:sp>
      <p:sp>
        <p:nvSpPr>
          <p:cNvPr id="13" name="图形">
            <a:extLst>
              <a:ext uri="{FF2B5EF4-FFF2-40B4-BE49-F238E27FC236}">
                <a16:creationId xmlns:a16="http://schemas.microsoft.com/office/drawing/2014/main" id="{FAAFB278-5FD6-43B0-9542-6B9AB13A60CA}"/>
              </a:ext>
            </a:extLst>
          </p:cNvPr>
          <p:cNvSpPr/>
          <p:nvPr/>
        </p:nvSpPr>
        <p:spPr>
          <a:xfrm>
            <a:off x="2372360" y="4035813"/>
            <a:ext cx="8250767" cy="646331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95000"/>
              </a:schemeClr>
            </a:solidFill>
          </a:ln>
          <a:effectLst>
            <a:outerShdw blurRad="609600" dist="38100" dir="2700000" algn="tl" rotWithShape="0">
              <a:srgbClr val="6151DE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2000" dirty="0">
                <a:solidFill>
                  <a:schemeClr val="tx1"/>
                </a:solidFill>
              </a:rPr>
              <a:t>Модуль, представляющий собой серверную часть системы</a:t>
            </a:r>
          </a:p>
        </p:txBody>
      </p:sp>
      <p:sp>
        <p:nvSpPr>
          <p:cNvPr id="14" name="图形">
            <a:extLst>
              <a:ext uri="{FF2B5EF4-FFF2-40B4-BE49-F238E27FC236}">
                <a16:creationId xmlns:a16="http://schemas.microsoft.com/office/drawing/2014/main" id="{5333BE49-6C29-42C0-8684-40154B63D6AA}"/>
              </a:ext>
            </a:extLst>
          </p:cNvPr>
          <p:cNvSpPr/>
          <p:nvPr/>
        </p:nvSpPr>
        <p:spPr>
          <a:xfrm>
            <a:off x="1597801" y="2508623"/>
            <a:ext cx="677334" cy="646331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95000"/>
              </a:schemeClr>
            </a:solidFill>
          </a:ln>
          <a:effectLst>
            <a:outerShdw blurRad="609600" dist="38100" dir="2700000" algn="tl" rotWithShape="0">
              <a:srgbClr val="6151DE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dirty="0">
              <a:solidFill>
                <a:schemeClr val="tx1"/>
              </a:solidFill>
              <a:effectLst>
                <a:outerShdw blurRad="50800" dist="38100" dir="2700000" algn="tl" rotWithShape="0">
                  <a:schemeClr val="bg1">
                    <a:alpha val="40000"/>
                  </a:schemeClr>
                </a:outerShdw>
              </a:effectLst>
              <a:cs typeface="+mn-ea"/>
              <a:sym typeface="+mn-lt"/>
            </a:endParaRPr>
          </a:p>
        </p:txBody>
      </p:sp>
      <p:sp>
        <p:nvSpPr>
          <p:cNvPr id="15" name="图形">
            <a:extLst>
              <a:ext uri="{FF2B5EF4-FFF2-40B4-BE49-F238E27FC236}">
                <a16:creationId xmlns:a16="http://schemas.microsoft.com/office/drawing/2014/main" id="{751E3C93-7332-4FA2-8746-8914E5DBF10C}"/>
              </a:ext>
            </a:extLst>
          </p:cNvPr>
          <p:cNvSpPr/>
          <p:nvPr/>
        </p:nvSpPr>
        <p:spPr>
          <a:xfrm>
            <a:off x="1602034" y="3272218"/>
            <a:ext cx="677334" cy="646331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95000"/>
              </a:schemeClr>
            </a:solidFill>
          </a:ln>
          <a:effectLst>
            <a:outerShdw blurRad="609600" dist="38100" dir="2700000" algn="tl" rotWithShape="0">
              <a:srgbClr val="6151DE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dirty="0">
              <a:solidFill>
                <a:schemeClr val="tx1"/>
              </a:solidFill>
              <a:effectLst>
                <a:outerShdw blurRad="50800" dist="38100" dir="2700000" algn="tl" rotWithShape="0">
                  <a:schemeClr val="bg1">
                    <a:alpha val="40000"/>
                  </a:schemeClr>
                </a:outerShdw>
              </a:effectLst>
              <a:cs typeface="+mn-ea"/>
              <a:sym typeface="+mn-lt"/>
            </a:endParaRPr>
          </a:p>
        </p:txBody>
      </p:sp>
      <p:sp>
        <p:nvSpPr>
          <p:cNvPr id="16" name="图形">
            <a:extLst>
              <a:ext uri="{FF2B5EF4-FFF2-40B4-BE49-F238E27FC236}">
                <a16:creationId xmlns:a16="http://schemas.microsoft.com/office/drawing/2014/main" id="{B3D17899-F210-4310-B014-25EA480E0C19}"/>
              </a:ext>
            </a:extLst>
          </p:cNvPr>
          <p:cNvSpPr/>
          <p:nvPr/>
        </p:nvSpPr>
        <p:spPr>
          <a:xfrm>
            <a:off x="1593568" y="4035810"/>
            <a:ext cx="681567" cy="646331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95000"/>
              </a:schemeClr>
            </a:solidFill>
          </a:ln>
          <a:effectLst>
            <a:outerShdw blurRad="609600" dist="38100" dir="2700000" algn="tl" rotWithShape="0">
              <a:srgbClr val="6151DE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dirty="0">
              <a:solidFill>
                <a:schemeClr val="tx1"/>
              </a:solidFill>
              <a:effectLst>
                <a:outerShdw blurRad="50800" dist="38100" dir="2700000" algn="tl" rotWithShape="0">
                  <a:schemeClr val="bg1">
                    <a:alpha val="40000"/>
                  </a:schemeClr>
                </a:outerShdw>
              </a:effectLst>
              <a:cs typeface="+mn-ea"/>
              <a:sym typeface="+mn-lt"/>
            </a:endParaRPr>
          </a:p>
        </p:txBody>
      </p:sp>
      <p:pic>
        <p:nvPicPr>
          <p:cNvPr id="21" name="Рисунок 20">
            <a:extLst>
              <a:ext uri="{FF2B5EF4-FFF2-40B4-BE49-F238E27FC236}">
                <a16:creationId xmlns:a16="http://schemas.microsoft.com/office/drawing/2014/main" id="{385C9CD7-A89C-4EA0-BEFA-CAC4A674C74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39404" y="3303785"/>
            <a:ext cx="478368" cy="478368"/>
          </a:xfrm>
          <a:prstGeom prst="rect">
            <a:avLst/>
          </a:prstGeom>
        </p:spPr>
      </p:pic>
      <p:pic>
        <p:nvPicPr>
          <p:cNvPr id="23" name="Рисунок 22">
            <a:extLst>
              <a:ext uri="{FF2B5EF4-FFF2-40B4-BE49-F238E27FC236}">
                <a16:creationId xmlns:a16="http://schemas.microsoft.com/office/drawing/2014/main" id="{AE64D655-1B12-45F0-8427-625A3C7B8A5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01517" y="4119791"/>
            <a:ext cx="478367" cy="478367"/>
          </a:xfrm>
          <a:prstGeom prst="rect">
            <a:avLst/>
          </a:prstGeom>
        </p:spPr>
      </p:pic>
      <p:pic>
        <p:nvPicPr>
          <p:cNvPr id="25" name="Рисунок 24">
            <a:extLst>
              <a:ext uri="{FF2B5EF4-FFF2-40B4-BE49-F238E27FC236}">
                <a16:creationId xmlns:a16="http://schemas.microsoft.com/office/drawing/2014/main" id="{921F1BAF-265D-44CE-8F7A-26DEA65437B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98529" y="2592905"/>
            <a:ext cx="471644" cy="471644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411343352"/>
      </p:ext>
    </p:extLst>
  </p:cSld>
  <p:clrMapOvr>
    <a:masterClrMapping/>
  </p:clrMapOvr>
  <p:transition advTm="2000">
    <p:comb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05622B6F-3C0A-4D47-9F54-DF470750C4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320" y="618125"/>
            <a:ext cx="2519680" cy="355542"/>
          </a:xfrm>
          <a:prstGeom prst="rect">
            <a:avLst/>
          </a:prstGeom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7595CC17-A47D-48B6-9A6A-053C00475D05}"/>
              </a:ext>
            </a:extLst>
          </p:cNvPr>
          <p:cNvSpPr txBox="1"/>
          <p:nvPr/>
        </p:nvSpPr>
        <p:spPr>
          <a:xfrm>
            <a:off x="0" y="503508"/>
            <a:ext cx="12192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3200" dirty="0">
                <a:latin typeface="+mj-lt"/>
              </a:rPr>
              <a:t>Схема функциональной структуры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467282B-F3F1-488B-8876-DAC3AAAF98E1}"/>
              </a:ext>
            </a:extLst>
          </p:cNvPr>
          <p:cNvSpPr txBox="1"/>
          <p:nvPr/>
        </p:nvSpPr>
        <p:spPr>
          <a:xfrm>
            <a:off x="1560247" y="1433222"/>
            <a:ext cx="9079974" cy="16970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449580" algn="just">
              <a:lnSpc>
                <a:spcPct val="150000"/>
              </a:lnSpc>
            </a:pPr>
            <a:r>
              <a:rPr lang="ru-RU" sz="2400" dirty="0"/>
              <a:t>В свою очередь модуль ИИ сервиса, обеспечивающий связь между серверной частью образовательной платформы и голосовым ассистентом делится на подмодули:</a:t>
            </a:r>
          </a:p>
        </p:txBody>
      </p:sp>
      <p:sp>
        <p:nvSpPr>
          <p:cNvPr id="9" name="图形">
            <a:extLst>
              <a:ext uri="{FF2B5EF4-FFF2-40B4-BE49-F238E27FC236}">
                <a16:creationId xmlns:a16="http://schemas.microsoft.com/office/drawing/2014/main" id="{E1B6C739-6BD8-4D77-8C79-9966BBF74168}"/>
              </a:ext>
            </a:extLst>
          </p:cNvPr>
          <p:cNvSpPr/>
          <p:nvPr/>
        </p:nvSpPr>
        <p:spPr>
          <a:xfrm>
            <a:off x="2389454" y="3429000"/>
            <a:ext cx="8250767" cy="646331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95000"/>
              </a:schemeClr>
            </a:solidFill>
          </a:ln>
          <a:effectLst>
            <a:outerShdw blurRad="609600" dist="38100" dir="2700000" algn="tl" rotWithShape="0">
              <a:srgbClr val="6151DE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ru-RU" sz="2000" dirty="0">
                <a:solidFill>
                  <a:schemeClr val="tx1"/>
                </a:solidFill>
                <a:ea typeface="Times New Roman" panose="02020603050405020304" pitchFamily="18" charset="0"/>
              </a:rPr>
              <a:t>Модуль навигации</a:t>
            </a:r>
            <a:endParaRPr lang="ru-RU" b="0" i="0" dirty="0">
              <a:solidFill>
                <a:schemeClr val="tx1"/>
              </a:solidFill>
              <a:effectLst/>
            </a:endParaRPr>
          </a:p>
        </p:txBody>
      </p:sp>
      <p:sp>
        <p:nvSpPr>
          <p:cNvPr id="11" name="图形">
            <a:extLst>
              <a:ext uri="{FF2B5EF4-FFF2-40B4-BE49-F238E27FC236}">
                <a16:creationId xmlns:a16="http://schemas.microsoft.com/office/drawing/2014/main" id="{6D258032-080B-4CBD-AFEC-2D3201563E8E}"/>
              </a:ext>
            </a:extLst>
          </p:cNvPr>
          <p:cNvSpPr/>
          <p:nvPr/>
        </p:nvSpPr>
        <p:spPr>
          <a:xfrm>
            <a:off x="2389454" y="4192595"/>
            <a:ext cx="8250767" cy="646331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95000"/>
              </a:schemeClr>
            </a:solidFill>
          </a:ln>
          <a:effectLst>
            <a:outerShdw blurRad="609600" dist="38100" dir="2700000" algn="tl" rotWithShape="0">
              <a:srgbClr val="6151DE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2000" dirty="0">
                <a:solidFill>
                  <a:schemeClr val="tx1"/>
                </a:solidFill>
              </a:rPr>
              <a:t>Модуль управления голосовыми сессиями</a:t>
            </a:r>
          </a:p>
        </p:txBody>
      </p:sp>
      <p:sp>
        <p:nvSpPr>
          <p:cNvPr id="12" name="图形">
            <a:extLst>
              <a:ext uri="{FF2B5EF4-FFF2-40B4-BE49-F238E27FC236}">
                <a16:creationId xmlns:a16="http://schemas.microsoft.com/office/drawing/2014/main" id="{237E59B3-C693-4B68-8B8E-D2C5F7601303}"/>
              </a:ext>
            </a:extLst>
          </p:cNvPr>
          <p:cNvSpPr/>
          <p:nvPr/>
        </p:nvSpPr>
        <p:spPr>
          <a:xfrm>
            <a:off x="2389454" y="4956190"/>
            <a:ext cx="8250767" cy="646331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95000"/>
              </a:schemeClr>
            </a:solidFill>
          </a:ln>
          <a:effectLst>
            <a:outerShdw blurRad="609600" dist="38100" dir="2700000" algn="tl" rotWithShape="0">
              <a:srgbClr val="6151DE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2000" dirty="0">
                <a:solidFill>
                  <a:schemeClr val="tx1"/>
                </a:solidFill>
              </a:rPr>
              <a:t>Модуль семантического поиска</a:t>
            </a:r>
          </a:p>
        </p:txBody>
      </p:sp>
      <p:sp>
        <p:nvSpPr>
          <p:cNvPr id="13" name="图形">
            <a:extLst>
              <a:ext uri="{FF2B5EF4-FFF2-40B4-BE49-F238E27FC236}">
                <a16:creationId xmlns:a16="http://schemas.microsoft.com/office/drawing/2014/main" id="{75BB7C23-C0B1-4AD5-AA82-3E50BEDEDA85}"/>
              </a:ext>
            </a:extLst>
          </p:cNvPr>
          <p:cNvSpPr/>
          <p:nvPr/>
        </p:nvSpPr>
        <p:spPr>
          <a:xfrm>
            <a:off x="1614895" y="3429000"/>
            <a:ext cx="677334" cy="646331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95000"/>
              </a:schemeClr>
            </a:solidFill>
          </a:ln>
          <a:effectLst>
            <a:outerShdw blurRad="609600" dist="38100" dir="2700000" algn="tl" rotWithShape="0">
              <a:srgbClr val="6151DE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dirty="0">
              <a:solidFill>
                <a:schemeClr val="tx1"/>
              </a:solidFill>
              <a:effectLst>
                <a:outerShdw blurRad="50800" dist="38100" dir="2700000" algn="tl" rotWithShape="0">
                  <a:schemeClr val="bg1">
                    <a:alpha val="40000"/>
                  </a:schemeClr>
                </a:outerShdw>
              </a:effectLst>
              <a:cs typeface="+mn-ea"/>
              <a:sym typeface="+mn-lt"/>
            </a:endParaRPr>
          </a:p>
        </p:txBody>
      </p:sp>
      <p:sp>
        <p:nvSpPr>
          <p:cNvPr id="14" name="图形">
            <a:extLst>
              <a:ext uri="{FF2B5EF4-FFF2-40B4-BE49-F238E27FC236}">
                <a16:creationId xmlns:a16="http://schemas.microsoft.com/office/drawing/2014/main" id="{7320648F-C37F-48C2-AB14-1E47ED4F32C5}"/>
              </a:ext>
            </a:extLst>
          </p:cNvPr>
          <p:cNvSpPr/>
          <p:nvPr/>
        </p:nvSpPr>
        <p:spPr>
          <a:xfrm>
            <a:off x="1619128" y="4192595"/>
            <a:ext cx="677334" cy="646331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95000"/>
              </a:schemeClr>
            </a:solidFill>
          </a:ln>
          <a:effectLst>
            <a:outerShdw blurRad="609600" dist="38100" dir="2700000" algn="tl" rotWithShape="0">
              <a:srgbClr val="6151DE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dirty="0">
              <a:solidFill>
                <a:schemeClr val="tx1"/>
              </a:solidFill>
              <a:effectLst>
                <a:outerShdw blurRad="50800" dist="38100" dir="2700000" algn="tl" rotWithShape="0">
                  <a:schemeClr val="bg1">
                    <a:alpha val="40000"/>
                  </a:schemeClr>
                </a:outerShdw>
              </a:effectLst>
              <a:cs typeface="+mn-ea"/>
              <a:sym typeface="+mn-lt"/>
            </a:endParaRPr>
          </a:p>
        </p:txBody>
      </p:sp>
      <p:sp>
        <p:nvSpPr>
          <p:cNvPr id="15" name="图形">
            <a:extLst>
              <a:ext uri="{FF2B5EF4-FFF2-40B4-BE49-F238E27FC236}">
                <a16:creationId xmlns:a16="http://schemas.microsoft.com/office/drawing/2014/main" id="{6B679E26-FE9F-46AE-9981-13C61156DA9B}"/>
              </a:ext>
            </a:extLst>
          </p:cNvPr>
          <p:cNvSpPr/>
          <p:nvPr/>
        </p:nvSpPr>
        <p:spPr>
          <a:xfrm>
            <a:off x="1610662" y="4956187"/>
            <a:ext cx="681567" cy="646331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95000"/>
              </a:schemeClr>
            </a:solidFill>
          </a:ln>
          <a:effectLst>
            <a:outerShdw blurRad="609600" dist="38100" dir="2700000" algn="tl" rotWithShape="0">
              <a:srgbClr val="6151DE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dirty="0">
              <a:solidFill>
                <a:schemeClr val="tx1"/>
              </a:solidFill>
              <a:effectLst>
                <a:outerShdw blurRad="50800" dist="38100" dir="2700000" algn="tl" rotWithShape="0">
                  <a:schemeClr val="bg1">
                    <a:alpha val="40000"/>
                  </a:schemeClr>
                </a:outerShdw>
              </a:effectLst>
              <a:cs typeface="+mn-ea"/>
              <a:sym typeface="+mn-lt"/>
            </a:endParaRPr>
          </a:p>
        </p:txBody>
      </p:sp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185680FA-B164-4F81-909E-96B6A1E90FB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56498" y="4224162"/>
            <a:ext cx="478368" cy="478368"/>
          </a:xfrm>
          <a:prstGeom prst="rect">
            <a:avLst/>
          </a:prstGeom>
        </p:spPr>
      </p:pic>
      <p:sp>
        <p:nvSpPr>
          <p:cNvPr id="19" name="图形">
            <a:extLst>
              <a:ext uri="{FF2B5EF4-FFF2-40B4-BE49-F238E27FC236}">
                <a16:creationId xmlns:a16="http://schemas.microsoft.com/office/drawing/2014/main" id="{29ACF4D7-A8ED-4C66-A610-3A9978EBB0EA}"/>
              </a:ext>
            </a:extLst>
          </p:cNvPr>
          <p:cNvSpPr/>
          <p:nvPr/>
        </p:nvSpPr>
        <p:spPr>
          <a:xfrm>
            <a:off x="2397920" y="5719779"/>
            <a:ext cx="8250767" cy="646331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95000"/>
              </a:schemeClr>
            </a:solidFill>
          </a:ln>
          <a:effectLst>
            <a:outerShdw blurRad="609600" dist="38100" dir="2700000" algn="tl" rotWithShape="0">
              <a:srgbClr val="6151DE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2000" dirty="0">
                <a:solidFill>
                  <a:schemeClr val="tx1"/>
                </a:solidFill>
              </a:rPr>
              <a:t>Модуль отчетности</a:t>
            </a:r>
          </a:p>
        </p:txBody>
      </p:sp>
      <p:sp>
        <p:nvSpPr>
          <p:cNvPr id="20" name="图形">
            <a:extLst>
              <a:ext uri="{FF2B5EF4-FFF2-40B4-BE49-F238E27FC236}">
                <a16:creationId xmlns:a16="http://schemas.microsoft.com/office/drawing/2014/main" id="{C29327A7-E203-46CF-8238-5A7A9E5690B9}"/>
              </a:ext>
            </a:extLst>
          </p:cNvPr>
          <p:cNvSpPr/>
          <p:nvPr/>
        </p:nvSpPr>
        <p:spPr>
          <a:xfrm>
            <a:off x="1619128" y="5719776"/>
            <a:ext cx="681567" cy="646331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95000"/>
              </a:schemeClr>
            </a:solidFill>
          </a:ln>
          <a:effectLst>
            <a:outerShdw blurRad="609600" dist="38100" dir="2700000" algn="tl" rotWithShape="0">
              <a:srgbClr val="6151DE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dirty="0">
              <a:solidFill>
                <a:schemeClr val="tx1"/>
              </a:solidFill>
              <a:effectLst>
                <a:outerShdw blurRad="50800" dist="38100" dir="2700000" algn="tl" rotWithShape="0">
                  <a:schemeClr val="bg1">
                    <a:alpha val="40000"/>
                  </a:schemeClr>
                </a:outerShdw>
              </a:effectLst>
              <a:cs typeface="+mn-ea"/>
              <a:sym typeface="+mn-lt"/>
            </a:endParaRPr>
          </a:p>
        </p:txBody>
      </p:sp>
      <p:pic>
        <p:nvPicPr>
          <p:cNvPr id="22" name="Рисунок 21">
            <a:extLst>
              <a:ext uri="{FF2B5EF4-FFF2-40B4-BE49-F238E27FC236}">
                <a16:creationId xmlns:a16="http://schemas.microsoft.com/office/drawing/2014/main" id="{27FBB8B4-B8FC-49CF-8860-8E43B342402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60949" y="3429000"/>
            <a:ext cx="573917" cy="573917"/>
          </a:xfrm>
          <a:prstGeom prst="rect">
            <a:avLst/>
          </a:prstGeom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D0EBDD5F-63C9-4656-83E1-49CC1B43A96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14817" y="4989639"/>
            <a:ext cx="485955" cy="485955"/>
          </a:xfrm>
          <a:prstGeom prst="rect">
            <a:avLst/>
          </a:prstGeom>
        </p:spPr>
      </p:pic>
      <p:pic>
        <p:nvPicPr>
          <p:cNvPr id="23" name="Рисунок 22">
            <a:extLst>
              <a:ext uri="{FF2B5EF4-FFF2-40B4-BE49-F238E27FC236}">
                <a16:creationId xmlns:a16="http://schemas.microsoft.com/office/drawing/2014/main" id="{7A6B01F8-73E6-4466-B689-35154C2083D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722182" y="5817216"/>
            <a:ext cx="451449" cy="451449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829109363"/>
      </p:ext>
    </p:extLst>
  </p:cSld>
  <p:clrMapOvr>
    <a:masterClrMapping/>
  </p:clrMapOvr>
  <p:transition advTm="2000">
    <p:comb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05622B6F-3C0A-4D47-9F54-DF470750C4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320" y="618125"/>
            <a:ext cx="2519680" cy="355542"/>
          </a:xfrm>
          <a:prstGeom prst="rect">
            <a:avLst/>
          </a:prstGeom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7595CC17-A47D-48B6-9A6A-053C00475D05}"/>
              </a:ext>
            </a:extLst>
          </p:cNvPr>
          <p:cNvSpPr txBox="1"/>
          <p:nvPr/>
        </p:nvSpPr>
        <p:spPr>
          <a:xfrm>
            <a:off x="0" y="503508"/>
            <a:ext cx="1219200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3200" dirty="0">
                <a:latin typeface="+mj-lt"/>
              </a:rPr>
              <a:t>Алгоритм функционирования системы </a:t>
            </a:r>
          </a:p>
          <a:p>
            <a:pPr algn="ctr"/>
            <a:r>
              <a:rPr lang="ru-RU" sz="3200" dirty="0">
                <a:latin typeface="+mj-lt"/>
              </a:rPr>
              <a:t>(Схема взаимодействия основных модулей системы)</a:t>
            </a:r>
          </a:p>
          <a:p>
            <a:pPr algn="ctr"/>
            <a:endParaRPr lang="ru-RU" sz="3200" dirty="0">
              <a:latin typeface="+mj-lt"/>
            </a:endParaRP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99BABB66-ABF2-4CE3-9905-91709DD3B36B}"/>
              </a:ext>
            </a:extLst>
          </p:cNvPr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96533" y="1612207"/>
            <a:ext cx="8097732" cy="5245793"/>
          </a:xfrm>
          <a:prstGeom prst="rect">
            <a:avLst/>
          </a:prstGeom>
          <a:noFill/>
          <a:ln>
            <a:noFill/>
          </a:ln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951182573"/>
      </p:ext>
    </p:extLst>
  </p:cSld>
  <p:clrMapOvr>
    <a:masterClrMapping/>
  </p:clrMapOvr>
  <p:transition advTm="2000">
    <p:comb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05622B6F-3C0A-4D47-9F54-DF470750C4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320" y="618125"/>
            <a:ext cx="2519680" cy="355542"/>
          </a:xfrm>
          <a:prstGeom prst="rect">
            <a:avLst/>
          </a:prstGeom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7595CC17-A47D-48B6-9A6A-053C00475D05}"/>
              </a:ext>
            </a:extLst>
          </p:cNvPr>
          <p:cNvSpPr txBox="1"/>
          <p:nvPr/>
        </p:nvSpPr>
        <p:spPr>
          <a:xfrm>
            <a:off x="0" y="503508"/>
            <a:ext cx="1219200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3200" dirty="0">
                <a:latin typeface="+mj-lt"/>
              </a:rPr>
              <a:t>Алгоритм функционирования системы </a:t>
            </a:r>
          </a:p>
          <a:p>
            <a:pPr algn="ctr"/>
            <a:r>
              <a:rPr lang="ru-RU" sz="3200" dirty="0">
                <a:latin typeface="+mj-lt"/>
              </a:rPr>
              <a:t>(Контекстная диаграмма потоков данных системы)</a:t>
            </a:r>
          </a:p>
          <a:p>
            <a:pPr algn="ctr"/>
            <a:endParaRPr lang="ru-RU" sz="3200" dirty="0">
              <a:latin typeface="+mj-lt"/>
            </a:endParaRP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00B0A993-0F71-457F-8849-12E0267BFED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3588327" y="-1161628"/>
            <a:ext cx="5015346" cy="10726537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838253436"/>
      </p:ext>
    </p:extLst>
  </p:cSld>
  <p:clrMapOvr>
    <a:masterClrMapping/>
  </p:clrMapOvr>
  <p:transition advTm="2000">
    <p:comb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05622B6F-3C0A-4D47-9F54-DF470750C4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320" y="618125"/>
            <a:ext cx="2519680" cy="355542"/>
          </a:xfrm>
          <a:prstGeom prst="rect">
            <a:avLst/>
          </a:prstGeom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7595CC17-A47D-48B6-9A6A-053C00475D05}"/>
              </a:ext>
            </a:extLst>
          </p:cNvPr>
          <p:cNvSpPr txBox="1"/>
          <p:nvPr/>
        </p:nvSpPr>
        <p:spPr>
          <a:xfrm>
            <a:off x="0" y="503508"/>
            <a:ext cx="1219200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3200" dirty="0">
                <a:latin typeface="+mj-lt"/>
              </a:rPr>
              <a:t>Алгоритм функционирования системы </a:t>
            </a:r>
          </a:p>
          <a:p>
            <a:pPr algn="ctr"/>
            <a:r>
              <a:rPr lang="ru-RU" sz="3200" dirty="0">
                <a:latin typeface="+mj-lt"/>
              </a:rPr>
              <a:t>(Схема взаимодействия модуля «ИИ-сервис»)</a:t>
            </a:r>
          </a:p>
          <a:p>
            <a:pPr algn="ctr"/>
            <a:endParaRPr lang="ru-RU" sz="3200" dirty="0">
              <a:latin typeface="+mj-lt"/>
            </a:endParaRP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8EF923A8-D4F3-4020-8D29-51BF0FA07ECD}"/>
              </a:ext>
            </a:extLst>
          </p:cNvPr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49966" y="1588559"/>
            <a:ext cx="8492067" cy="5184775"/>
          </a:xfrm>
          <a:prstGeom prst="rect">
            <a:avLst/>
          </a:prstGeom>
          <a:noFill/>
          <a:ln>
            <a:noFill/>
          </a:ln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4069890287"/>
      </p:ext>
    </p:extLst>
  </p:cSld>
  <p:clrMapOvr>
    <a:masterClrMapping/>
  </p:clrMapOvr>
  <p:transition advTm="2000">
    <p:comb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05622B6F-3C0A-4D47-9F54-DF470750C4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320" y="618125"/>
            <a:ext cx="2519680" cy="355542"/>
          </a:xfrm>
          <a:prstGeom prst="rect">
            <a:avLst/>
          </a:prstGeom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7595CC17-A47D-48B6-9A6A-053C00475D05}"/>
              </a:ext>
            </a:extLst>
          </p:cNvPr>
          <p:cNvSpPr txBox="1"/>
          <p:nvPr/>
        </p:nvSpPr>
        <p:spPr>
          <a:xfrm>
            <a:off x="0" y="79516"/>
            <a:ext cx="1219200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3200" dirty="0">
                <a:latin typeface="+mj-lt"/>
              </a:rPr>
              <a:t>Алгоритмы выполнения отдельных функций</a:t>
            </a:r>
          </a:p>
          <a:p>
            <a:pPr algn="ctr"/>
            <a:r>
              <a:rPr lang="ru-RU" sz="3200" dirty="0">
                <a:latin typeface="+mj-lt"/>
              </a:rPr>
              <a:t>(Алгоритм навигации по образовательной платформе) 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71172049-5575-402D-A205-18722335CEB4}"/>
              </a:ext>
            </a:extLst>
          </p:cNvPr>
          <p:cNvPicPr/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30" t="5935" r="1978" b="1684"/>
          <a:stretch/>
        </p:blipFill>
        <p:spPr bwMode="auto">
          <a:xfrm>
            <a:off x="3488266" y="1163636"/>
            <a:ext cx="4690533" cy="5575830"/>
          </a:xfrm>
          <a:prstGeom prst="rect">
            <a:avLst/>
          </a:prstGeom>
          <a:noFill/>
          <a:ln>
            <a:noFill/>
          </a:ln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480267937"/>
      </p:ext>
    </p:extLst>
  </p:cSld>
  <p:clrMapOvr>
    <a:masterClrMapping/>
  </p:clrMapOvr>
  <p:transition advTm="2000">
    <p:comb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05622B6F-3C0A-4D47-9F54-DF470750C4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320" y="618125"/>
            <a:ext cx="2519680" cy="355542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07030B2-A28F-43C7-85B7-8F0F2A49CE45}"/>
              </a:ext>
            </a:extLst>
          </p:cNvPr>
          <p:cNvSpPr txBox="1"/>
          <p:nvPr/>
        </p:nvSpPr>
        <p:spPr>
          <a:xfrm>
            <a:off x="0" y="414092"/>
            <a:ext cx="12192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3200" dirty="0">
                <a:effectLst/>
                <a:latin typeface="+mj-lt"/>
                <a:ea typeface="Times New Roman" panose="02020603050405020304" pitchFamily="18" charset="0"/>
              </a:rPr>
              <a:t>Структура аппаратных средств</a:t>
            </a:r>
            <a:endParaRPr lang="ru-RU" sz="3200" dirty="0">
              <a:latin typeface="+mj-lt"/>
            </a:endParaRPr>
          </a:p>
        </p:txBody>
      </p:sp>
      <p:sp>
        <p:nvSpPr>
          <p:cNvPr id="5" name="图形">
            <a:extLst>
              <a:ext uri="{FF2B5EF4-FFF2-40B4-BE49-F238E27FC236}">
                <a16:creationId xmlns:a16="http://schemas.microsoft.com/office/drawing/2014/main" id="{52415648-46E5-42C2-95F6-F5EFC92311AB}"/>
              </a:ext>
            </a:extLst>
          </p:cNvPr>
          <p:cNvSpPr/>
          <p:nvPr/>
        </p:nvSpPr>
        <p:spPr>
          <a:xfrm>
            <a:off x="220772" y="1202900"/>
            <a:ext cx="2303061" cy="584775"/>
          </a:xfrm>
          <a:prstGeom prst="roundRect">
            <a:avLst/>
          </a:prstGeom>
          <a:solidFill>
            <a:schemeClr val="accent1"/>
          </a:solidFill>
          <a:ln>
            <a:solidFill>
              <a:schemeClr val="bg1">
                <a:lumMod val="95000"/>
              </a:schemeClr>
            </a:solidFill>
          </a:ln>
          <a:effectLst>
            <a:outerShdw blurRad="609600" dist="38100" dir="2700000" algn="tl" rotWithShape="0">
              <a:srgbClr val="6151DE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ru-RU" sz="2000" dirty="0">
                <a:solidFill>
                  <a:schemeClr val="bg1"/>
                </a:solidFill>
              </a:rPr>
              <a:t>Компонент</a:t>
            </a:r>
          </a:p>
        </p:txBody>
      </p:sp>
      <p:sp>
        <p:nvSpPr>
          <p:cNvPr id="6" name="图形">
            <a:extLst>
              <a:ext uri="{FF2B5EF4-FFF2-40B4-BE49-F238E27FC236}">
                <a16:creationId xmlns:a16="http://schemas.microsoft.com/office/drawing/2014/main" id="{2DCEC1D1-5522-4F3D-A818-E2AF48FAE439}"/>
              </a:ext>
            </a:extLst>
          </p:cNvPr>
          <p:cNvSpPr/>
          <p:nvPr/>
        </p:nvSpPr>
        <p:spPr>
          <a:xfrm>
            <a:off x="2597671" y="1202900"/>
            <a:ext cx="3997864" cy="584775"/>
          </a:xfrm>
          <a:prstGeom prst="roundRect">
            <a:avLst/>
          </a:prstGeom>
          <a:solidFill>
            <a:schemeClr val="accent1"/>
          </a:solidFill>
          <a:ln>
            <a:solidFill>
              <a:schemeClr val="bg1">
                <a:lumMod val="95000"/>
              </a:schemeClr>
            </a:solidFill>
          </a:ln>
          <a:effectLst>
            <a:outerShdw blurRad="609600" dist="38100" dir="2700000" algn="tl" rotWithShape="0">
              <a:srgbClr val="6151DE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ru-RU" sz="2000" dirty="0">
                <a:solidFill>
                  <a:schemeClr val="bg1"/>
                </a:solidFill>
              </a:rPr>
              <a:t>Требование</a:t>
            </a:r>
          </a:p>
        </p:txBody>
      </p:sp>
      <p:sp>
        <p:nvSpPr>
          <p:cNvPr id="7" name="图形">
            <a:extLst>
              <a:ext uri="{FF2B5EF4-FFF2-40B4-BE49-F238E27FC236}">
                <a16:creationId xmlns:a16="http://schemas.microsoft.com/office/drawing/2014/main" id="{24B9A7E9-8A1F-4A91-A8B7-E117E90F58D6}"/>
              </a:ext>
            </a:extLst>
          </p:cNvPr>
          <p:cNvSpPr/>
          <p:nvPr/>
        </p:nvSpPr>
        <p:spPr>
          <a:xfrm>
            <a:off x="220772" y="1930543"/>
            <a:ext cx="2303061" cy="1019208"/>
          </a:xfrm>
          <a:prstGeom prst="roundRect">
            <a:avLst/>
          </a:prstGeom>
          <a:solidFill>
            <a:schemeClr val="bg2">
              <a:lumMod val="25000"/>
            </a:schemeClr>
          </a:solidFill>
          <a:ln>
            <a:solidFill>
              <a:schemeClr val="bg1">
                <a:lumMod val="95000"/>
              </a:schemeClr>
            </a:solidFill>
          </a:ln>
          <a:effectLst>
            <a:outerShdw blurRad="609600" dist="38100" dir="2700000" algn="tl" rotWithShape="0">
              <a:srgbClr val="6151DE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ru-RU" sz="2000" b="0" i="0" dirty="0">
                <a:effectLst/>
                <a:latin typeface="ui-sans-serif"/>
              </a:rPr>
              <a:t>Процессор</a:t>
            </a:r>
            <a:endParaRPr lang="ru-RU" sz="2000" dirty="0">
              <a:solidFill>
                <a:schemeClr val="bg1"/>
              </a:solidFill>
            </a:endParaRPr>
          </a:p>
        </p:txBody>
      </p:sp>
      <p:sp>
        <p:nvSpPr>
          <p:cNvPr id="9" name="图形">
            <a:extLst>
              <a:ext uri="{FF2B5EF4-FFF2-40B4-BE49-F238E27FC236}">
                <a16:creationId xmlns:a16="http://schemas.microsoft.com/office/drawing/2014/main" id="{425C7596-84C0-4A0F-9AE4-BAB0B1A8F16C}"/>
              </a:ext>
            </a:extLst>
          </p:cNvPr>
          <p:cNvSpPr/>
          <p:nvPr/>
        </p:nvSpPr>
        <p:spPr>
          <a:xfrm>
            <a:off x="2597670" y="1930543"/>
            <a:ext cx="3997864" cy="1019208"/>
          </a:xfrm>
          <a:prstGeom prst="roundRect">
            <a:avLst/>
          </a:prstGeom>
          <a:solidFill>
            <a:schemeClr val="bg2">
              <a:lumMod val="25000"/>
            </a:schemeClr>
          </a:solidFill>
          <a:ln>
            <a:solidFill>
              <a:schemeClr val="bg1">
                <a:lumMod val="95000"/>
              </a:schemeClr>
            </a:solidFill>
          </a:ln>
          <a:effectLst>
            <a:outerShdw blurRad="609600" dist="38100" dir="2700000" algn="tl" rotWithShape="0">
              <a:srgbClr val="6151DE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000" b="0" i="0" dirty="0">
                <a:effectLst/>
                <a:latin typeface="ui-sans-serif"/>
              </a:rPr>
              <a:t>Intel Core i5/i7 </a:t>
            </a:r>
            <a:r>
              <a:rPr lang="ru-RU" sz="2000" b="0" i="0" dirty="0">
                <a:effectLst/>
                <a:latin typeface="ui-sans-serif"/>
              </a:rPr>
              <a:t>или </a:t>
            </a:r>
            <a:r>
              <a:rPr lang="en-US" sz="2000" b="0" i="0" dirty="0">
                <a:effectLst/>
                <a:latin typeface="ui-sans-serif"/>
              </a:rPr>
              <a:t>AMD Ryzen 5/7</a:t>
            </a:r>
            <a:endParaRPr lang="ru-RU" sz="2000" dirty="0">
              <a:solidFill>
                <a:schemeClr val="bg1"/>
              </a:solidFill>
            </a:endParaRPr>
          </a:p>
        </p:txBody>
      </p:sp>
      <p:sp>
        <p:nvSpPr>
          <p:cNvPr id="10" name="图形">
            <a:extLst>
              <a:ext uri="{FF2B5EF4-FFF2-40B4-BE49-F238E27FC236}">
                <a16:creationId xmlns:a16="http://schemas.microsoft.com/office/drawing/2014/main" id="{D12F6900-003B-41E2-8F12-0C6B1E0B6FF4}"/>
              </a:ext>
            </a:extLst>
          </p:cNvPr>
          <p:cNvSpPr/>
          <p:nvPr/>
        </p:nvSpPr>
        <p:spPr>
          <a:xfrm>
            <a:off x="220772" y="3092619"/>
            <a:ext cx="2303061" cy="1097261"/>
          </a:xfrm>
          <a:prstGeom prst="roundRect">
            <a:avLst/>
          </a:prstGeom>
          <a:solidFill>
            <a:schemeClr val="bg2">
              <a:lumMod val="25000"/>
            </a:schemeClr>
          </a:solidFill>
          <a:ln>
            <a:solidFill>
              <a:schemeClr val="bg1">
                <a:lumMod val="95000"/>
              </a:schemeClr>
            </a:solidFill>
          </a:ln>
          <a:effectLst>
            <a:outerShdw blurRad="609600" dist="38100" dir="2700000" algn="tl" rotWithShape="0">
              <a:srgbClr val="6151DE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ru-RU" sz="2000" b="0" i="0" dirty="0">
                <a:effectLst/>
                <a:latin typeface="ui-sans-serif"/>
              </a:rPr>
              <a:t>ОЗУ</a:t>
            </a:r>
            <a:endParaRPr lang="ru-RU" sz="2000" dirty="0">
              <a:solidFill>
                <a:schemeClr val="bg1"/>
              </a:solidFill>
            </a:endParaRPr>
          </a:p>
        </p:txBody>
      </p:sp>
      <p:sp>
        <p:nvSpPr>
          <p:cNvPr id="11" name="图形">
            <a:extLst>
              <a:ext uri="{FF2B5EF4-FFF2-40B4-BE49-F238E27FC236}">
                <a16:creationId xmlns:a16="http://schemas.microsoft.com/office/drawing/2014/main" id="{7539B396-75E6-42EA-A5BB-DDC661F29A39}"/>
              </a:ext>
            </a:extLst>
          </p:cNvPr>
          <p:cNvSpPr/>
          <p:nvPr/>
        </p:nvSpPr>
        <p:spPr>
          <a:xfrm>
            <a:off x="2597670" y="3092619"/>
            <a:ext cx="3997864" cy="1097261"/>
          </a:xfrm>
          <a:prstGeom prst="roundRect">
            <a:avLst/>
          </a:prstGeom>
          <a:solidFill>
            <a:schemeClr val="bg2">
              <a:lumMod val="25000"/>
            </a:schemeClr>
          </a:solidFill>
          <a:ln>
            <a:solidFill>
              <a:schemeClr val="bg1">
                <a:lumMod val="95000"/>
              </a:schemeClr>
            </a:solidFill>
          </a:ln>
          <a:effectLst>
            <a:outerShdw blurRad="609600" dist="38100" dir="2700000" algn="tl" rotWithShape="0">
              <a:srgbClr val="6151DE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ru-RU" sz="2000" dirty="0">
                <a:latin typeface="ui-sans-serif"/>
              </a:rPr>
              <a:t>от 16 ГБ</a:t>
            </a:r>
            <a:endParaRPr lang="ru-RU" sz="2000" dirty="0">
              <a:solidFill>
                <a:schemeClr val="bg1"/>
              </a:solidFill>
            </a:endParaRPr>
          </a:p>
        </p:txBody>
      </p:sp>
      <p:sp>
        <p:nvSpPr>
          <p:cNvPr id="12" name="图形">
            <a:extLst>
              <a:ext uri="{FF2B5EF4-FFF2-40B4-BE49-F238E27FC236}">
                <a16:creationId xmlns:a16="http://schemas.microsoft.com/office/drawing/2014/main" id="{13E0B048-79CC-4BA5-93EC-F6F2607CD8BB}"/>
              </a:ext>
            </a:extLst>
          </p:cNvPr>
          <p:cNvSpPr/>
          <p:nvPr/>
        </p:nvSpPr>
        <p:spPr>
          <a:xfrm>
            <a:off x="211666" y="4332748"/>
            <a:ext cx="2303061" cy="1097261"/>
          </a:xfrm>
          <a:prstGeom prst="roundRect">
            <a:avLst/>
          </a:prstGeom>
          <a:solidFill>
            <a:schemeClr val="bg2">
              <a:lumMod val="25000"/>
            </a:schemeClr>
          </a:solidFill>
          <a:ln>
            <a:solidFill>
              <a:schemeClr val="bg1">
                <a:lumMod val="95000"/>
              </a:schemeClr>
            </a:solidFill>
          </a:ln>
          <a:effectLst>
            <a:outerShdw blurRad="609600" dist="38100" dir="2700000" algn="tl" rotWithShape="0">
              <a:srgbClr val="6151DE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ru-RU" sz="2000" b="0" i="0" dirty="0">
                <a:effectLst/>
                <a:latin typeface="ui-sans-serif"/>
              </a:rPr>
              <a:t>Накопитель</a:t>
            </a:r>
            <a:endParaRPr lang="ru-RU" sz="2000" dirty="0">
              <a:solidFill>
                <a:schemeClr val="bg1"/>
              </a:solidFill>
            </a:endParaRPr>
          </a:p>
        </p:txBody>
      </p:sp>
      <p:sp>
        <p:nvSpPr>
          <p:cNvPr id="13" name="图形">
            <a:extLst>
              <a:ext uri="{FF2B5EF4-FFF2-40B4-BE49-F238E27FC236}">
                <a16:creationId xmlns:a16="http://schemas.microsoft.com/office/drawing/2014/main" id="{4695D4E2-FC16-4C44-B3ED-3040A5C04E5F}"/>
              </a:ext>
            </a:extLst>
          </p:cNvPr>
          <p:cNvSpPr/>
          <p:nvPr/>
        </p:nvSpPr>
        <p:spPr>
          <a:xfrm>
            <a:off x="2588564" y="4332748"/>
            <a:ext cx="3997864" cy="1097261"/>
          </a:xfrm>
          <a:prstGeom prst="roundRect">
            <a:avLst/>
          </a:prstGeom>
          <a:solidFill>
            <a:schemeClr val="bg2">
              <a:lumMod val="25000"/>
            </a:schemeClr>
          </a:solidFill>
          <a:ln>
            <a:solidFill>
              <a:schemeClr val="bg1">
                <a:lumMod val="95000"/>
              </a:schemeClr>
            </a:solidFill>
          </a:ln>
          <a:effectLst>
            <a:outerShdw blurRad="609600" dist="38100" dir="2700000" algn="tl" rotWithShape="0">
              <a:srgbClr val="6151DE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000" b="0" i="0" dirty="0">
                <a:effectLst/>
                <a:latin typeface="ui-sans-serif"/>
              </a:rPr>
              <a:t>SSD </a:t>
            </a:r>
            <a:r>
              <a:rPr lang="ru-RU" sz="2000" b="0" i="0" dirty="0">
                <a:effectLst/>
                <a:latin typeface="ui-sans-serif"/>
              </a:rPr>
              <a:t>от 256 ГБ</a:t>
            </a:r>
            <a:endParaRPr lang="ru-RU" sz="2000" dirty="0">
              <a:solidFill>
                <a:schemeClr val="bg1"/>
              </a:solidFill>
            </a:endParaRPr>
          </a:p>
        </p:txBody>
      </p:sp>
      <p:sp>
        <p:nvSpPr>
          <p:cNvPr id="16" name="图形">
            <a:extLst>
              <a:ext uri="{FF2B5EF4-FFF2-40B4-BE49-F238E27FC236}">
                <a16:creationId xmlns:a16="http://schemas.microsoft.com/office/drawing/2014/main" id="{B3BEC682-DAD6-40BA-890B-0DBDF08B8649}"/>
              </a:ext>
            </a:extLst>
          </p:cNvPr>
          <p:cNvSpPr/>
          <p:nvPr/>
        </p:nvSpPr>
        <p:spPr>
          <a:xfrm>
            <a:off x="211666" y="5572877"/>
            <a:ext cx="2303061" cy="1097261"/>
          </a:xfrm>
          <a:prstGeom prst="roundRect">
            <a:avLst/>
          </a:prstGeom>
          <a:solidFill>
            <a:schemeClr val="bg2">
              <a:lumMod val="25000"/>
            </a:schemeClr>
          </a:solidFill>
          <a:ln>
            <a:solidFill>
              <a:schemeClr val="bg1">
                <a:lumMod val="95000"/>
              </a:schemeClr>
            </a:solidFill>
          </a:ln>
          <a:effectLst>
            <a:outerShdw blurRad="609600" dist="38100" dir="2700000" algn="tl" rotWithShape="0">
              <a:srgbClr val="6151DE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000" b="0" i="0" dirty="0">
                <a:effectLst/>
                <a:latin typeface="ui-sans-serif"/>
              </a:rPr>
              <a:t>GPU</a:t>
            </a:r>
            <a:endParaRPr lang="ru-RU" sz="2000" dirty="0">
              <a:solidFill>
                <a:schemeClr val="bg1"/>
              </a:solidFill>
            </a:endParaRPr>
          </a:p>
        </p:txBody>
      </p:sp>
      <p:sp>
        <p:nvSpPr>
          <p:cNvPr id="17" name="图形">
            <a:extLst>
              <a:ext uri="{FF2B5EF4-FFF2-40B4-BE49-F238E27FC236}">
                <a16:creationId xmlns:a16="http://schemas.microsoft.com/office/drawing/2014/main" id="{E3664965-262D-4219-8DB4-5BC7E87FA8E3}"/>
              </a:ext>
            </a:extLst>
          </p:cNvPr>
          <p:cNvSpPr/>
          <p:nvPr/>
        </p:nvSpPr>
        <p:spPr>
          <a:xfrm>
            <a:off x="2588564" y="5572877"/>
            <a:ext cx="3997864" cy="1097261"/>
          </a:xfrm>
          <a:prstGeom prst="roundRect">
            <a:avLst/>
          </a:prstGeom>
          <a:solidFill>
            <a:schemeClr val="bg2">
              <a:lumMod val="25000"/>
            </a:schemeClr>
          </a:solidFill>
          <a:ln>
            <a:solidFill>
              <a:schemeClr val="bg1">
                <a:lumMod val="95000"/>
              </a:schemeClr>
            </a:solidFill>
          </a:ln>
          <a:effectLst>
            <a:outerShdw blurRad="609600" dist="38100" dir="2700000" algn="tl" rotWithShape="0">
              <a:srgbClr val="6151DE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ru-RU" sz="2000" b="0" i="0" dirty="0">
                <a:effectLst/>
                <a:latin typeface="ui-sans-serif"/>
              </a:rPr>
              <a:t>от 8 ГБ видеопамяти</a:t>
            </a:r>
            <a:endParaRPr lang="ru-RU" sz="2000" dirty="0">
              <a:solidFill>
                <a:schemeClr val="bg1"/>
              </a:solidFill>
            </a:endParaRPr>
          </a:p>
        </p:txBody>
      </p:sp>
      <p:sp>
        <p:nvSpPr>
          <p:cNvPr id="23" name="图形">
            <a:extLst>
              <a:ext uri="{FF2B5EF4-FFF2-40B4-BE49-F238E27FC236}">
                <a16:creationId xmlns:a16="http://schemas.microsoft.com/office/drawing/2014/main" id="{67C87A41-B064-4D92-8389-81D40EF20C8C}"/>
              </a:ext>
            </a:extLst>
          </p:cNvPr>
          <p:cNvSpPr/>
          <p:nvPr/>
        </p:nvSpPr>
        <p:spPr>
          <a:xfrm>
            <a:off x="6678477" y="1202900"/>
            <a:ext cx="5292751" cy="584775"/>
          </a:xfrm>
          <a:prstGeom prst="roundRect">
            <a:avLst/>
          </a:prstGeom>
          <a:solidFill>
            <a:schemeClr val="accent1"/>
          </a:solidFill>
          <a:ln>
            <a:solidFill>
              <a:schemeClr val="bg1">
                <a:lumMod val="95000"/>
              </a:schemeClr>
            </a:solidFill>
          </a:ln>
          <a:effectLst>
            <a:outerShdw blurRad="609600" dist="38100" dir="2700000" algn="tl" rotWithShape="0">
              <a:srgbClr val="6151DE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ru-RU" sz="2000" b="0" i="0" dirty="0">
                <a:effectLst/>
                <a:latin typeface="ui-sans-serif"/>
              </a:rPr>
              <a:t>Назначение</a:t>
            </a:r>
            <a:endParaRPr lang="ru-RU" sz="2000" dirty="0">
              <a:solidFill>
                <a:schemeClr val="bg1"/>
              </a:solidFill>
            </a:endParaRPr>
          </a:p>
        </p:txBody>
      </p:sp>
      <p:sp>
        <p:nvSpPr>
          <p:cNvPr id="24" name="图形">
            <a:extLst>
              <a:ext uri="{FF2B5EF4-FFF2-40B4-BE49-F238E27FC236}">
                <a16:creationId xmlns:a16="http://schemas.microsoft.com/office/drawing/2014/main" id="{8205FACC-9042-49CD-BEBB-2703AFFFF8DB}"/>
              </a:ext>
            </a:extLst>
          </p:cNvPr>
          <p:cNvSpPr/>
          <p:nvPr/>
        </p:nvSpPr>
        <p:spPr>
          <a:xfrm>
            <a:off x="6678477" y="1930543"/>
            <a:ext cx="5292751" cy="1019208"/>
          </a:xfrm>
          <a:prstGeom prst="roundRect">
            <a:avLst/>
          </a:prstGeom>
          <a:solidFill>
            <a:schemeClr val="bg2">
              <a:lumMod val="25000"/>
            </a:schemeClr>
          </a:solidFill>
          <a:ln>
            <a:solidFill>
              <a:schemeClr val="bg1">
                <a:lumMod val="95000"/>
              </a:schemeClr>
            </a:solidFill>
          </a:ln>
          <a:effectLst>
            <a:outerShdw blurRad="609600" dist="38100" dir="2700000" algn="tl" rotWithShape="0">
              <a:srgbClr val="6151DE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ru-RU" sz="2000" b="0" i="0" dirty="0">
                <a:effectLst/>
                <a:latin typeface="ui-sans-serif"/>
              </a:rPr>
              <a:t>бэкенд платформы + ИИ-</a:t>
            </a:r>
            <a:r>
              <a:rPr lang="ru-RU" sz="2000" b="0" i="0" dirty="0" err="1">
                <a:effectLst/>
                <a:latin typeface="ui-sans-serif"/>
              </a:rPr>
              <a:t>микросервис</a:t>
            </a:r>
            <a:endParaRPr lang="ru-RU" sz="2000" dirty="0">
              <a:solidFill>
                <a:schemeClr val="bg1"/>
              </a:solidFill>
            </a:endParaRPr>
          </a:p>
        </p:txBody>
      </p:sp>
      <p:sp>
        <p:nvSpPr>
          <p:cNvPr id="25" name="图形">
            <a:extLst>
              <a:ext uri="{FF2B5EF4-FFF2-40B4-BE49-F238E27FC236}">
                <a16:creationId xmlns:a16="http://schemas.microsoft.com/office/drawing/2014/main" id="{8A5F7F13-A88F-4427-ACB7-25431F8175D4}"/>
              </a:ext>
            </a:extLst>
          </p:cNvPr>
          <p:cNvSpPr/>
          <p:nvPr/>
        </p:nvSpPr>
        <p:spPr>
          <a:xfrm>
            <a:off x="6678477" y="3092619"/>
            <a:ext cx="5292751" cy="1097261"/>
          </a:xfrm>
          <a:prstGeom prst="roundRect">
            <a:avLst/>
          </a:prstGeom>
          <a:solidFill>
            <a:schemeClr val="bg2">
              <a:lumMod val="25000"/>
            </a:schemeClr>
          </a:solidFill>
          <a:ln>
            <a:solidFill>
              <a:schemeClr val="bg1">
                <a:lumMod val="95000"/>
              </a:schemeClr>
            </a:solidFill>
          </a:ln>
          <a:effectLst>
            <a:outerShdw blurRad="609600" dist="38100" dir="2700000" algn="tl" rotWithShape="0">
              <a:srgbClr val="6151DE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ru-RU" sz="2000" b="0" i="0" dirty="0">
                <a:effectLst/>
                <a:latin typeface="ui-sans-serif"/>
              </a:rPr>
              <a:t>БД, </a:t>
            </a:r>
            <a:r>
              <a:rPr lang="en-US" sz="2000" b="0" i="0" dirty="0" err="1">
                <a:effectLst/>
                <a:latin typeface="ui-sans-serif"/>
              </a:rPr>
              <a:t>ChromaDB</a:t>
            </a:r>
            <a:r>
              <a:rPr lang="en-US" sz="2000" b="0" i="0" dirty="0">
                <a:effectLst/>
                <a:latin typeface="ui-sans-serif"/>
              </a:rPr>
              <a:t>, </a:t>
            </a:r>
            <a:r>
              <a:rPr lang="ru-RU" sz="2000" b="0" i="0" dirty="0">
                <a:effectLst/>
                <a:latin typeface="ui-sans-serif"/>
              </a:rPr>
              <a:t>индексы</a:t>
            </a:r>
            <a:endParaRPr lang="ru-RU" sz="2000" dirty="0">
              <a:solidFill>
                <a:schemeClr val="bg1"/>
              </a:solidFill>
            </a:endParaRPr>
          </a:p>
        </p:txBody>
      </p:sp>
      <p:sp>
        <p:nvSpPr>
          <p:cNvPr id="26" name="图形">
            <a:extLst>
              <a:ext uri="{FF2B5EF4-FFF2-40B4-BE49-F238E27FC236}">
                <a16:creationId xmlns:a16="http://schemas.microsoft.com/office/drawing/2014/main" id="{4FABBD70-4BA3-4FB8-A6F2-C09477635BF2}"/>
              </a:ext>
            </a:extLst>
          </p:cNvPr>
          <p:cNvSpPr/>
          <p:nvPr/>
        </p:nvSpPr>
        <p:spPr>
          <a:xfrm>
            <a:off x="6669371" y="4332748"/>
            <a:ext cx="5292751" cy="1097261"/>
          </a:xfrm>
          <a:prstGeom prst="roundRect">
            <a:avLst/>
          </a:prstGeom>
          <a:solidFill>
            <a:schemeClr val="bg2">
              <a:lumMod val="25000"/>
            </a:schemeClr>
          </a:solidFill>
          <a:ln>
            <a:solidFill>
              <a:schemeClr val="bg1">
                <a:lumMod val="95000"/>
              </a:schemeClr>
            </a:solidFill>
          </a:ln>
          <a:effectLst>
            <a:outerShdw blurRad="609600" dist="38100" dir="2700000" algn="tl" rotWithShape="0">
              <a:srgbClr val="6151DE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ru-RU" sz="2000" b="0" i="0" dirty="0">
                <a:effectLst/>
                <a:latin typeface="ui-sans-serif"/>
              </a:rPr>
              <a:t>быстрый доступ к БД и векторному индексу</a:t>
            </a:r>
            <a:endParaRPr lang="ru-RU" sz="2000" dirty="0">
              <a:solidFill>
                <a:schemeClr val="bg1"/>
              </a:solidFill>
            </a:endParaRPr>
          </a:p>
        </p:txBody>
      </p:sp>
      <p:sp>
        <p:nvSpPr>
          <p:cNvPr id="27" name="图形">
            <a:extLst>
              <a:ext uri="{FF2B5EF4-FFF2-40B4-BE49-F238E27FC236}">
                <a16:creationId xmlns:a16="http://schemas.microsoft.com/office/drawing/2014/main" id="{0237EB4A-D347-4CE4-8B47-8BD9116E488E}"/>
              </a:ext>
            </a:extLst>
          </p:cNvPr>
          <p:cNvSpPr/>
          <p:nvPr/>
        </p:nvSpPr>
        <p:spPr>
          <a:xfrm>
            <a:off x="6669371" y="5572877"/>
            <a:ext cx="5292751" cy="1097261"/>
          </a:xfrm>
          <a:prstGeom prst="roundRect">
            <a:avLst/>
          </a:prstGeom>
          <a:solidFill>
            <a:schemeClr val="bg2">
              <a:lumMod val="25000"/>
            </a:schemeClr>
          </a:solidFill>
          <a:ln>
            <a:solidFill>
              <a:schemeClr val="bg1">
                <a:lumMod val="95000"/>
              </a:schemeClr>
            </a:solidFill>
          </a:ln>
          <a:effectLst>
            <a:outerShdw blurRad="609600" dist="38100" dir="2700000" algn="tl" rotWithShape="0">
              <a:srgbClr val="6151DE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ru-RU" sz="2000" b="0" i="0" dirty="0">
                <a:effectLst/>
                <a:latin typeface="ui-sans-serif"/>
              </a:rPr>
              <a:t>локальный LLM</a:t>
            </a:r>
            <a:endParaRPr lang="ru-RU" sz="2000" dirty="0">
              <a:solidFill>
                <a:schemeClr val="bg1"/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65922116"/>
      </p:ext>
    </p:extLst>
  </p:cSld>
  <p:clrMapOvr>
    <a:masterClrMapping/>
  </p:clrMapOvr>
  <p:transition advTm="2000">
    <p:comb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05622B6F-3C0A-4D47-9F54-DF470750C4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320" y="618125"/>
            <a:ext cx="2519680" cy="355542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07030B2-A28F-43C7-85B7-8F0F2A49CE45}"/>
              </a:ext>
            </a:extLst>
          </p:cNvPr>
          <p:cNvSpPr txBox="1"/>
          <p:nvPr/>
        </p:nvSpPr>
        <p:spPr>
          <a:xfrm>
            <a:off x="0" y="414092"/>
            <a:ext cx="12192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3200" dirty="0">
                <a:effectLst/>
                <a:latin typeface="+mj-lt"/>
                <a:ea typeface="Times New Roman" panose="02020603050405020304" pitchFamily="18" charset="0"/>
              </a:rPr>
              <a:t>Структура аппаратных средств</a:t>
            </a:r>
            <a:endParaRPr lang="ru-RU" sz="3200" dirty="0">
              <a:latin typeface="+mj-lt"/>
            </a:endParaRPr>
          </a:p>
        </p:txBody>
      </p:sp>
      <p:sp>
        <p:nvSpPr>
          <p:cNvPr id="5" name="图形">
            <a:extLst>
              <a:ext uri="{FF2B5EF4-FFF2-40B4-BE49-F238E27FC236}">
                <a16:creationId xmlns:a16="http://schemas.microsoft.com/office/drawing/2014/main" id="{52415648-46E5-42C2-95F6-F5EFC92311AB}"/>
              </a:ext>
            </a:extLst>
          </p:cNvPr>
          <p:cNvSpPr/>
          <p:nvPr/>
        </p:nvSpPr>
        <p:spPr>
          <a:xfrm>
            <a:off x="1719372" y="2058478"/>
            <a:ext cx="2303061" cy="584775"/>
          </a:xfrm>
          <a:prstGeom prst="roundRect">
            <a:avLst/>
          </a:prstGeom>
          <a:solidFill>
            <a:schemeClr val="accent1"/>
          </a:solidFill>
          <a:ln>
            <a:solidFill>
              <a:schemeClr val="bg1">
                <a:lumMod val="95000"/>
              </a:schemeClr>
            </a:solidFill>
          </a:ln>
          <a:effectLst>
            <a:outerShdw blurRad="609600" dist="38100" dir="2700000" algn="tl" rotWithShape="0">
              <a:srgbClr val="6151DE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ru-RU" sz="2000" dirty="0">
                <a:solidFill>
                  <a:schemeClr val="bg1"/>
                </a:solidFill>
              </a:rPr>
              <a:t>Компонент</a:t>
            </a:r>
          </a:p>
        </p:txBody>
      </p:sp>
      <p:sp>
        <p:nvSpPr>
          <p:cNvPr id="6" name="图形">
            <a:extLst>
              <a:ext uri="{FF2B5EF4-FFF2-40B4-BE49-F238E27FC236}">
                <a16:creationId xmlns:a16="http://schemas.microsoft.com/office/drawing/2014/main" id="{2DCEC1D1-5522-4F3D-A818-E2AF48FAE439}"/>
              </a:ext>
            </a:extLst>
          </p:cNvPr>
          <p:cNvSpPr/>
          <p:nvPr/>
        </p:nvSpPr>
        <p:spPr>
          <a:xfrm>
            <a:off x="4096270" y="2058478"/>
            <a:ext cx="5928263" cy="584775"/>
          </a:xfrm>
          <a:prstGeom prst="roundRect">
            <a:avLst/>
          </a:prstGeom>
          <a:solidFill>
            <a:schemeClr val="accent1"/>
          </a:solidFill>
          <a:ln>
            <a:solidFill>
              <a:schemeClr val="bg1">
                <a:lumMod val="95000"/>
              </a:schemeClr>
            </a:solidFill>
          </a:ln>
          <a:effectLst>
            <a:outerShdw blurRad="609600" dist="38100" dir="2700000" algn="tl" rotWithShape="0">
              <a:srgbClr val="6151DE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ru-RU" sz="2000" dirty="0">
                <a:solidFill>
                  <a:schemeClr val="bg1"/>
                </a:solidFill>
              </a:rPr>
              <a:t>Требование</a:t>
            </a:r>
          </a:p>
        </p:txBody>
      </p:sp>
      <p:sp>
        <p:nvSpPr>
          <p:cNvPr id="7" name="图形">
            <a:extLst>
              <a:ext uri="{FF2B5EF4-FFF2-40B4-BE49-F238E27FC236}">
                <a16:creationId xmlns:a16="http://schemas.microsoft.com/office/drawing/2014/main" id="{24B9A7E9-8A1F-4A91-A8B7-E117E90F58D6}"/>
              </a:ext>
            </a:extLst>
          </p:cNvPr>
          <p:cNvSpPr/>
          <p:nvPr/>
        </p:nvSpPr>
        <p:spPr>
          <a:xfrm>
            <a:off x="1719372" y="2786121"/>
            <a:ext cx="2303061" cy="543178"/>
          </a:xfrm>
          <a:prstGeom prst="roundRect">
            <a:avLst/>
          </a:prstGeom>
          <a:solidFill>
            <a:schemeClr val="bg2">
              <a:lumMod val="25000"/>
            </a:schemeClr>
          </a:solidFill>
          <a:ln>
            <a:solidFill>
              <a:schemeClr val="bg1">
                <a:lumMod val="95000"/>
              </a:schemeClr>
            </a:solidFill>
          </a:ln>
          <a:effectLst>
            <a:outerShdw blurRad="609600" dist="38100" dir="2700000" algn="tl" rotWithShape="0">
              <a:srgbClr val="6151DE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ru-RU" sz="2000" b="0" i="0" dirty="0">
                <a:effectLst/>
                <a:latin typeface="ui-sans-serif"/>
              </a:rPr>
              <a:t>Процессор</a:t>
            </a:r>
            <a:endParaRPr lang="ru-RU" sz="2000" dirty="0">
              <a:solidFill>
                <a:schemeClr val="bg1"/>
              </a:solidFill>
            </a:endParaRPr>
          </a:p>
        </p:txBody>
      </p:sp>
      <p:sp>
        <p:nvSpPr>
          <p:cNvPr id="9" name="图形">
            <a:extLst>
              <a:ext uri="{FF2B5EF4-FFF2-40B4-BE49-F238E27FC236}">
                <a16:creationId xmlns:a16="http://schemas.microsoft.com/office/drawing/2014/main" id="{425C7596-84C0-4A0F-9AE4-BAB0B1A8F16C}"/>
              </a:ext>
            </a:extLst>
          </p:cNvPr>
          <p:cNvSpPr/>
          <p:nvPr/>
        </p:nvSpPr>
        <p:spPr>
          <a:xfrm>
            <a:off x="4096269" y="2786121"/>
            <a:ext cx="5928263" cy="543178"/>
          </a:xfrm>
          <a:prstGeom prst="roundRect">
            <a:avLst/>
          </a:prstGeom>
          <a:solidFill>
            <a:schemeClr val="bg2">
              <a:lumMod val="25000"/>
            </a:schemeClr>
          </a:solidFill>
          <a:ln>
            <a:solidFill>
              <a:schemeClr val="bg1">
                <a:lumMod val="95000"/>
              </a:schemeClr>
            </a:solidFill>
          </a:ln>
          <a:effectLst>
            <a:outerShdw blurRad="609600" dist="38100" dir="2700000" algn="tl" rotWithShape="0">
              <a:srgbClr val="6151DE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000" dirty="0">
                <a:latin typeface="ui-sans-serif"/>
              </a:rPr>
              <a:t>I</a:t>
            </a:r>
            <a:r>
              <a:rPr lang="ru-RU" sz="2000" b="0" i="0" dirty="0" err="1">
                <a:effectLst/>
                <a:latin typeface="ui-sans-serif"/>
              </a:rPr>
              <a:t>ntel</a:t>
            </a:r>
            <a:r>
              <a:rPr lang="ru-RU" sz="2000" b="0" i="0" dirty="0">
                <a:effectLst/>
                <a:latin typeface="ui-sans-serif"/>
              </a:rPr>
              <a:t> Core i3 или аналог</a:t>
            </a:r>
            <a:endParaRPr lang="ru-RU" sz="2000" dirty="0">
              <a:solidFill>
                <a:schemeClr val="bg1"/>
              </a:solidFill>
            </a:endParaRPr>
          </a:p>
        </p:txBody>
      </p:sp>
      <p:sp>
        <p:nvSpPr>
          <p:cNvPr id="10" name="图形">
            <a:extLst>
              <a:ext uri="{FF2B5EF4-FFF2-40B4-BE49-F238E27FC236}">
                <a16:creationId xmlns:a16="http://schemas.microsoft.com/office/drawing/2014/main" id="{D12F6900-003B-41E2-8F12-0C6B1E0B6FF4}"/>
              </a:ext>
            </a:extLst>
          </p:cNvPr>
          <p:cNvSpPr/>
          <p:nvPr/>
        </p:nvSpPr>
        <p:spPr>
          <a:xfrm>
            <a:off x="1719372" y="3472167"/>
            <a:ext cx="2303061" cy="584776"/>
          </a:xfrm>
          <a:prstGeom prst="roundRect">
            <a:avLst/>
          </a:prstGeom>
          <a:solidFill>
            <a:schemeClr val="bg2">
              <a:lumMod val="25000"/>
            </a:schemeClr>
          </a:solidFill>
          <a:ln>
            <a:solidFill>
              <a:schemeClr val="bg1">
                <a:lumMod val="95000"/>
              </a:schemeClr>
            </a:solidFill>
          </a:ln>
          <a:effectLst>
            <a:outerShdw blurRad="609600" dist="38100" dir="2700000" algn="tl" rotWithShape="0">
              <a:srgbClr val="6151DE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ru-RU" sz="2000" b="0" i="0" dirty="0">
                <a:effectLst/>
                <a:latin typeface="ui-sans-serif"/>
              </a:rPr>
              <a:t>ОЗУ</a:t>
            </a:r>
            <a:endParaRPr lang="ru-RU" sz="2000" dirty="0">
              <a:solidFill>
                <a:schemeClr val="bg1"/>
              </a:solidFill>
            </a:endParaRPr>
          </a:p>
        </p:txBody>
      </p:sp>
      <p:sp>
        <p:nvSpPr>
          <p:cNvPr id="11" name="图形">
            <a:extLst>
              <a:ext uri="{FF2B5EF4-FFF2-40B4-BE49-F238E27FC236}">
                <a16:creationId xmlns:a16="http://schemas.microsoft.com/office/drawing/2014/main" id="{7539B396-75E6-42EA-A5BB-DDC661F29A39}"/>
              </a:ext>
            </a:extLst>
          </p:cNvPr>
          <p:cNvSpPr/>
          <p:nvPr/>
        </p:nvSpPr>
        <p:spPr>
          <a:xfrm>
            <a:off x="4096269" y="3472167"/>
            <a:ext cx="5928263" cy="584776"/>
          </a:xfrm>
          <a:prstGeom prst="roundRect">
            <a:avLst/>
          </a:prstGeom>
          <a:solidFill>
            <a:schemeClr val="bg2">
              <a:lumMod val="25000"/>
            </a:schemeClr>
          </a:solidFill>
          <a:ln>
            <a:solidFill>
              <a:schemeClr val="bg1">
                <a:lumMod val="95000"/>
              </a:schemeClr>
            </a:solidFill>
          </a:ln>
          <a:effectLst>
            <a:outerShdw blurRad="609600" dist="38100" dir="2700000" algn="tl" rotWithShape="0">
              <a:srgbClr val="6151DE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ru-RU" sz="2000" b="0" i="0" dirty="0">
                <a:effectLst/>
                <a:latin typeface="ui-sans-serif"/>
              </a:rPr>
              <a:t>4–8 ГБ</a:t>
            </a:r>
            <a:endParaRPr lang="ru-RU" sz="2000" dirty="0">
              <a:solidFill>
                <a:schemeClr val="bg1"/>
              </a:solidFill>
            </a:endParaRPr>
          </a:p>
        </p:txBody>
      </p:sp>
      <p:sp>
        <p:nvSpPr>
          <p:cNvPr id="12" name="图形">
            <a:extLst>
              <a:ext uri="{FF2B5EF4-FFF2-40B4-BE49-F238E27FC236}">
                <a16:creationId xmlns:a16="http://schemas.microsoft.com/office/drawing/2014/main" id="{13E0B048-79CC-4BA5-93EC-F6F2607CD8BB}"/>
              </a:ext>
            </a:extLst>
          </p:cNvPr>
          <p:cNvSpPr/>
          <p:nvPr/>
        </p:nvSpPr>
        <p:spPr>
          <a:xfrm>
            <a:off x="1719372" y="4199811"/>
            <a:ext cx="2303061" cy="584776"/>
          </a:xfrm>
          <a:prstGeom prst="roundRect">
            <a:avLst/>
          </a:prstGeom>
          <a:solidFill>
            <a:schemeClr val="bg2">
              <a:lumMod val="25000"/>
            </a:schemeClr>
          </a:solidFill>
          <a:ln>
            <a:solidFill>
              <a:schemeClr val="bg1">
                <a:lumMod val="95000"/>
              </a:schemeClr>
            </a:solidFill>
          </a:ln>
          <a:effectLst>
            <a:outerShdw blurRad="609600" dist="38100" dir="2700000" algn="tl" rotWithShape="0">
              <a:srgbClr val="6151DE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ru-RU" sz="2000" dirty="0">
                <a:solidFill>
                  <a:schemeClr val="bg1"/>
                </a:solidFill>
                <a:latin typeface="ui-sans-serif"/>
              </a:rPr>
              <a:t>Интернет</a:t>
            </a:r>
            <a:endParaRPr lang="ru-RU" sz="2000" dirty="0">
              <a:solidFill>
                <a:schemeClr val="bg1"/>
              </a:solidFill>
            </a:endParaRPr>
          </a:p>
        </p:txBody>
      </p:sp>
      <p:sp>
        <p:nvSpPr>
          <p:cNvPr id="13" name="图形">
            <a:extLst>
              <a:ext uri="{FF2B5EF4-FFF2-40B4-BE49-F238E27FC236}">
                <a16:creationId xmlns:a16="http://schemas.microsoft.com/office/drawing/2014/main" id="{4695D4E2-FC16-4C44-B3ED-3040A5C04E5F}"/>
              </a:ext>
            </a:extLst>
          </p:cNvPr>
          <p:cNvSpPr/>
          <p:nvPr/>
        </p:nvSpPr>
        <p:spPr>
          <a:xfrm>
            <a:off x="4096269" y="4199811"/>
            <a:ext cx="5928263" cy="584776"/>
          </a:xfrm>
          <a:prstGeom prst="roundRect">
            <a:avLst/>
          </a:prstGeom>
          <a:solidFill>
            <a:schemeClr val="bg2">
              <a:lumMod val="25000"/>
            </a:schemeClr>
          </a:solidFill>
          <a:ln>
            <a:solidFill>
              <a:schemeClr val="bg1">
                <a:lumMod val="95000"/>
              </a:schemeClr>
            </a:solidFill>
          </a:ln>
          <a:effectLst>
            <a:outerShdw blurRad="609600" dist="38100" dir="2700000" algn="tl" rotWithShape="0">
              <a:srgbClr val="6151DE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ru-RU" sz="2000" b="0" i="0" dirty="0">
                <a:effectLst/>
                <a:latin typeface="ui-sans-serif"/>
              </a:rPr>
              <a:t>стабильное соединение</a:t>
            </a:r>
            <a:endParaRPr lang="ru-RU" sz="2000" dirty="0">
              <a:solidFill>
                <a:schemeClr val="bg1"/>
              </a:solidFill>
            </a:endParaRPr>
          </a:p>
        </p:txBody>
      </p:sp>
      <p:sp>
        <p:nvSpPr>
          <p:cNvPr id="16" name="图形">
            <a:extLst>
              <a:ext uri="{FF2B5EF4-FFF2-40B4-BE49-F238E27FC236}">
                <a16:creationId xmlns:a16="http://schemas.microsoft.com/office/drawing/2014/main" id="{B3BEC682-DAD6-40BA-890B-0DBDF08B8649}"/>
              </a:ext>
            </a:extLst>
          </p:cNvPr>
          <p:cNvSpPr/>
          <p:nvPr/>
        </p:nvSpPr>
        <p:spPr>
          <a:xfrm>
            <a:off x="1719372" y="4927455"/>
            <a:ext cx="2303061" cy="584776"/>
          </a:xfrm>
          <a:prstGeom prst="roundRect">
            <a:avLst/>
          </a:prstGeom>
          <a:solidFill>
            <a:schemeClr val="bg2">
              <a:lumMod val="25000"/>
            </a:schemeClr>
          </a:solidFill>
          <a:ln>
            <a:solidFill>
              <a:schemeClr val="bg1">
                <a:lumMod val="95000"/>
              </a:schemeClr>
            </a:solidFill>
          </a:ln>
          <a:effectLst>
            <a:outerShdw blurRad="609600" dist="38100" dir="2700000" algn="tl" rotWithShape="0">
              <a:srgbClr val="6151DE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ru-RU" sz="2000" b="0" i="0" dirty="0">
                <a:effectLst/>
                <a:latin typeface="ui-sans-serif"/>
              </a:rPr>
              <a:t>Микрофон</a:t>
            </a:r>
            <a:endParaRPr lang="ru-RU" sz="2000" dirty="0">
              <a:solidFill>
                <a:schemeClr val="bg1"/>
              </a:solidFill>
            </a:endParaRPr>
          </a:p>
        </p:txBody>
      </p:sp>
      <p:sp>
        <p:nvSpPr>
          <p:cNvPr id="17" name="图形">
            <a:extLst>
              <a:ext uri="{FF2B5EF4-FFF2-40B4-BE49-F238E27FC236}">
                <a16:creationId xmlns:a16="http://schemas.microsoft.com/office/drawing/2014/main" id="{E3664965-262D-4219-8DB4-5BC7E87FA8E3}"/>
              </a:ext>
            </a:extLst>
          </p:cNvPr>
          <p:cNvSpPr/>
          <p:nvPr/>
        </p:nvSpPr>
        <p:spPr>
          <a:xfrm>
            <a:off x="4096269" y="4927455"/>
            <a:ext cx="5928263" cy="584776"/>
          </a:xfrm>
          <a:prstGeom prst="roundRect">
            <a:avLst/>
          </a:prstGeom>
          <a:solidFill>
            <a:schemeClr val="bg2">
              <a:lumMod val="25000"/>
            </a:schemeClr>
          </a:solidFill>
          <a:ln>
            <a:solidFill>
              <a:schemeClr val="bg1">
                <a:lumMod val="95000"/>
              </a:schemeClr>
            </a:solidFill>
          </a:ln>
          <a:effectLst>
            <a:outerShdw blurRad="609600" dist="38100" dir="2700000" algn="tl" rotWithShape="0">
              <a:srgbClr val="6151DE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ru-RU" sz="2000" b="0" i="0" dirty="0">
                <a:effectLst/>
                <a:latin typeface="ui-sans-serif"/>
              </a:rPr>
              <a:t>обязателен — для голосового ввода</a:t>
            </a:r>
            <a:endParaRPr lang="ru-RU" sz="2000" dirty="0">
              <a:solidFill>
                <a:schemeClr val="bg1"/>
              </a:solidFill>
            </a:endParaRPr>
          </a:p>
        </p:txBody>
      </p:sp>
      <p:sp>
        <p:nvSpPr>
          <p:cNvPr id="19" name="图形">
            <a:extLst>
              <a:ext uri="{FF2B5EF4-FFF2-40B4-BE49-F238E27FC236}">
                <a16:creationId xmlns:a16="http://schemas.microsoft.com/office/drawing/2014/main" id="{103418C3-FAF4-407D-850A-83F0863AF130}"/>
              </a:ext>
            </a:extLst>
          </p:cNvPr>
          <p:cNvSpPr/>
          <p:nvPr/>
        </p:nvSpPr>
        <p:spPr>
          <a:xfrm>
            <a:off x="1719372" y="5655099"/>
            <a:ext cx="2303061" cy="584776"/>
          </a:xfrm>
          <a:prstGeom prst="roundRect">
            <a:avLst/>
          </a:prstGeom>
          <a:solidFill>
            <a:schemeClr val="bg2">
              <a:lumMod val="25000"/>
            </a:schemeClr>
          </a:solidFill>
          <a:ln>
            <a:solidFill>
              <a:schemeClr val="bg1">
                <a:lumMod val="95000"/>
              </a:schemeClr>
            </a:solidFill>
          </a:ln>
          <a:effectLst>
            <a:outerShdw blurRad="609600" dist="38100" dir="2700000" algn="tl" rotWithShape="0">
              <a:srgbClr val="6151DE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ru-RU" sz="2000" b="0" i="0" dirty="0">
                <a:effectLst/>
                <a:latin typeface="ui-sans-serif"/>
              </a:rPr>
              <a:t>Динамики</a:t>
            </a:r>
            <a:endParaRPr lang="ru-RU" sz="2000" dirty="0">
              <a:solidFill>
                <a:schemeClr val="bg1"/>
              </a:solidFill>
            </a:endParaRPr>
          </a:p>
        </p:txBody>
      </p:sp>
      <p:sp>
        <p:nvSpPr>
          <p:cNvPr id="20" name="图形">
            <a:extLst>
              <a:ext uri="{FF2B5EF4-FFF2-40B4-BE49-F238E27FC236}">
                <a16:creationId xmlns:a16="http://schemas.microsoft.com/office/drawing/2014/main" id="{97B09A11-673C-48DA-A199-3CAC446E30D8}"/>
              </a:ext>
            </a:extLst>
          </p:cNvPr>
          <p:cNvSpPr/>
          <p:nvPr/>
        </p:nvSpPr>
        <p:spPr>
          <a:xfrm>
            <a:off x="4096269" y="5655099"/>
            <a:ext cx="5928263" cy="584776"/>
          </a:xfrm>
          <a:prstGeom prst="roundRect">
            <a:avLst/>
          </a:prstGeom>
          <a:solidFill>
            <a:schemeClr val="bg2">
              <a:lumMod val="25000"/>
            </a:schemeClr>
          </a:solidFill>
          <a:ln>
            <a:solidFill>
              <a:schemeClr val="bg1">
                <a:lumMod val="95000"/>
              </a:schemeClr>
            </a:solidFill>
          </a:ln>
          <a:effectLst>
            <a:outerShdw blurRad="609600" dist="38100" dir="2700000" algn="tl" rotWithShape="0">
              <a:srgbClr val="6151DE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ru-RU" sz="2000" b="0" i="0" dirty="0">
                <a:effectLst/>
                <a:latin typeface="ui-sans-serif"/>
              </a:rPr>
              <a:t>обязательны — для голосового вывода ИИ</a:t>
            </a:r>
            <a:endParaRPr lang="ru-RU" sz="2000" dirty="0">
              <a:solidFill>
                <a:schemeClr val="bg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78FC833-C1E1-4E52-A2B1-109E9E3568E8}"/>
              </a:ext>
            </a:extLst>
          </p:cNvPr>
          <p:cNvSpPr txBox="1"/>
          <p:nvPr/>
        </p:nvSpPr>
        <p:spPr>
          <a:xfrm>
            <a:off x="0" y="1177700"/>
            <a:ext cx="12192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400" dirty="0"/>
              <a:t>Клиентская часть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754002876"/>
      </p:ext>
    </p:extLst>
  </p:cSld>
  <p:clrMapOvr>
    <a:masterClrMapping/>
  </p:clrMapOvr>
  <p:transition advTm="2000">
    <p:comb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05622B6F-3C0A-4D47-9F54-DF470750C4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320" y="618125"/>
            <a:ext cx="2519680" cy="355542"/>
          </a:xfrm>
          <a:prstGeom prst="rect">
            <a:avLst/>
          </a:prstGeom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765683D3-7583-4436-BDE1-CF6EA028DF0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3039471" y="303460"/>
            <a:ext cx="5680300" cy="7428781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07030B2-A28F-43C7-85B7-8F0F2A49CE45}"/>
              </a:ext>
            </a:extLst>
          </p:cNvPr>
          <p:cNvSpPr txBox="1"/>
          <p:nvPr/>
        </p:nvSpPr>
        <p:spPr>
          <a:xfrm>
            <a:off x="0" y="-1534"/>
            <a:ext cx="1219200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3200" dirty="0">
                <a:effectLst/>
                <a:latin typeface="+mj-lt"/>
                <a:ea typeface="Times New Roman" panose="02020603050405020304" pitchFamily="18" charset="0"/>
              </a:rPr>
              <a:t>Структура программных средств</a:t>
            </a:r>
          </a:p>
          <a:p>
            <a:pPr algn="ctr"/>
            <a:r>
              <a:rPr lang="ru-RU" sz="3200" dirty="0">
                <a:latin typeface="+mj-lt"/>
              </a:rPr>
              <a:t>(Диаграмма развертывания)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194267040"/>
      </p:ext>
    </p:extLst>
  </p:cSld>
  <p:clrMapOvr>
    <a:masterClrMapping/>
  </p:clrMapOvr>
  <p:transition advTm="2000">
    <p:comb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05622B6F-3C0A-4D47-9F54-DF470750C4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320" y="618125"/>
            <a:ext cx="2519680" cy="355542"/>
          </a:xfrm>
          <a:prstGeom prst="rect">
            <a:avLst/>
          </a:prstGeom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7595CC17-A47D-48B6-9A6A-053C00475D05}"/>
              </a:ext>
            </a:extLst>
          </p:cNvPr>
          <p:cNvSpPr txBox="1"/>
          <p:nvPr/>
        </p:nvSpPr>
        <p:spPr>
          <a:xfrm>
            <a:off x="687195" y="485563"/>
            <a:ext cx="10556538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800" dirty="0">
                <a:solidFill>
                  <a:srgbClr val="000000"/>
                </a:solidFill>
                <a:ea typeface="+mj-ea"/>
                <a:cs typeface="+mj-cs"/>
              </a:rPr>
              <a:t>Демонстрация функций для студента (</a:t>
            </a:r>
            <a:r>
              <a:rPr lang="ru-RU" sz="2800" dirty="0">
                <a:effectLst>
                  <a:outerShdw blurRad="50800" dist="38100" dir="2700000" algn="tl" rotWithShape="0">
                    <a:schemeClr val="bg1">
                      <a:alpha val="40000"/>
                    </a:schemeClr>
                  </a:outerShdw>
                </a:effectLst>
                <a:ea typeface="+mj-ea"/>
                <a:cs typeface="+mn-ea"/>
                <a:sym typeface="+mn-lt"/>
              </a:rPr>
              <a:t>в</a:t>
            </a:r>
            <a:r>
              <a:rPr lang="ru-RU" altLang="zh-CN" sz="2800" dirty="0">
                <a:solidFill>
                  <a:schemeClr val="tx1"/>
                </a:solidFill>
                <a:effectLst>
                  <a:outerShdw blurRad="50800" dist="38100" dir="2700000" algn="tl" rotWithShape="0">
                    <a:schemeClr val="bg1">
                      <a:alpha val="40000"/>
                    </a:schemeClr>
                  </a:outerShdw>
                </a:effectLst>
                <a:cs typeface="+mn-ea"/>
                <a:sym typeface="+mn-lt"/>
              </a:rPr>
              <a:t>заимодействие с голосовым ассистентом в реальном времени)</a:t>
            </a:r>
          </a:p>
          <a:p>
            <a:endParaRPr lang="ru-RU" sz="2800" dirty="0"/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724993BF-34BF-4A5E-A55D-C59FDF2D9CC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60501" y="1352550"/>
            <a:ext cx="3209925" cy="2076450"/>
          </a:xfrm>
          <a:prstGeom prst="rect">
            <a:avLst/>
          </a:prstGeom>
        </p:spPr>
      </p:pic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C7962D10-7E55-4978-BDC4-71689BE7FE3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6904" y="3514725"/>
            <a:ext cx="7829550" cy="3343275"/>
          </a:xfrm>
          <a:prstGeom prst="rect">
            <a:avLst/>
          </a:prstGeom>
        </p:spPr>
      </p:pic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BE19C581-B951-4ADD-B530-92B61294397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75057" y="3514725"/>
            <a:ext cx="3483064" cy="3343275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136713487"/>
      </p:ext>
    </p:extLst>
  </p:cSld>
  <p:clrMapOvr>
    <a:masterClrMapping/>
  </p:clrMapOvr>
  <p:transition advTm="2000">
    <p:comb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05622B6F-3C0A-4D47-9F54-DF470750C4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320" y="618125"/>
            <a:ext cx="2519680" cy="355542"/>
          </a:xfrm>
          <a:prstGeom prst="rect">
            <a:avLst/>
          </a:prstGeom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7595CC17-A47D-48B6-9A6A-053C00475D05}"/>
              </a:ext>
            </a:extLst>
          </p:cNvPr>
          <p:cNvSpPr txBox="1"/>
          <p:nvPr/>
        </p:nvSpPr>
        <p:spPr>
          <a:xfrm>
            <a:off x="687195" y="485563"/>
            <a:ext cx="10556538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800" dirty="0">
                <a:solidFill>
                  <a:srgbClr val="000000"/>
                </a:solidFill>
                <a:ea typeface="+mj-ea"/>
                <a:cs typeface="+mj-cs"/>
              </a:rPr>
              <a:t>Демонстрация функций для студента (</a:t>
            </a:r>
            <a:r>
              <a:rPr lang="ru-RU" sz="2800" dirty="0">
                <a:effectLst>
                  <a:outerShdw blurRad="50800" dist="38100" dir="2700000" algn="tl" rotWithShape="0">
                    <a:schemeClr val="bg1">
                      <a:alpha val="40000"/>
                    </a:schemeClr>
                  </a:outerShdw>
                </a:effectLst>
                <a:ea typeface="+mj-ea"/>
                <a:cs typeface="+mn-ea"/>
                <a:sym typeface="+mn-lt"/>
              </a:rPr>
              <a:t>п</a:t>
            </a:r>
            <a:r>
              <a:rPr lang="ru-RU" altLang="zh-CN" sz="2800" dirty="0">
                <a:solidFill>
                  <a:schemeClr val="tx1"/>
                </a:solidFill>
                <a:effectLst>
                  <a:outerShdw blurRad="50800" dist="38100" dir="2700000" algn="tl" rotWithShape="0">
                    <a:schemeClr val="bg1">
                      <a:alpha val="40000"/>
                    </a:schemeClr>
                  </a:outerShdw>
                </a:effectLst>
                <a:cs typeface="+mn-ea"/>
                <a:sym typeface="+mn-lt"/>
              </a:rPr>
              <a:t>олучение подсказок по заданиям от ИИ)</a:t>
            </a:r>
          </a:p>
          <a:p>
            <a:endParaRPr lang="ru-RU" sz="2800" dirty="0"/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52017AEA-7E18-409E-A7AB-2F2AB9702CD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7999" y="1423908"/>
            <a:ext cx="11328401" cy="5434092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455113547"/>
      </p:ext>
    </p:extLst>
  </p:cSld>
  <p:clrMapOvr>
    <a:masterClrMapping/>
  </p:clrMapOvr>
  <p:transition advTm="2000">
    <p:comb/>
  </p:transition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05622B6F-3C0A-4D47-9F54-DF470750C4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320" y="618125"/>
            <a:ext cx="2519680" cy="355542"/>
          </a:xfrm>
          <a:prstGeom prst="rect">
            <a:avLst/>
          </a:prstGeom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7595CC17-A47D-48B6-9A6A-053C00475D05}"/>
              </a:ext>
            </a:extLst>
          </p:cNvPr>
          <p:cNvSpPr txBox="1"/>
          <p:nvPr/>
        </p:nvSpPr>
        <p:spPr>
          <a:xfrm>
            <a:off x="687195" y="485563"/>
            <a:ext cx="10556538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800" dirty="0">
                <a:solidFill>
                  <a:srgbClr val="000000"/>
                </a:solidFill>
                <a:ea typeface="+mj-ea"/>
                <a:cs typeface="+mj-cs"/>
              </a:rPr>
              <a:t>Демонстрация функций для студента (</a:t>
            </a:r>
            <a:r>
              <a:rPr lang="ru-RU" sz="2800" dirty="0">
                <a:effectLst>
                  <a:outerShdw blurRad="50800" dist="38100" dir="2700000" algn="tl" rotWithShape="0">
                    <a:schemeClr val="bg1">
                      <a:alpha val="40000"/>
                    </a:schemeClr>
                  </a:outerShdw>
                </a:effectLst>
                <a:ea typeface="+mj-ea"/>
                <a:cs typeface="+mn-ea"/>
                <a:sym typeface="+mn-lt"/>
              </a:rPr>
              <a:t>п</a:t>
            </a:r>
            <a:r>
              <a:rPr lang="ru-RU" altLang="zh-CN" sz="2800" dirty="0">
                <a:solidFill>
                  <a:schemeClr val="tx1"/>
                </a:solidFill>
                <a:effectLst>
                  <a:outerShdw blurRad="50800" dist="38100" dir="2700000" algn="tl" rotWithShape="0">
                    <a:schemeClr val="bg1">
                      <a:alpha val="40000"/>
                    </a:schemeClr>
                  </a:outerShdw>
                </a:effectLst>
                <a:cs typeface="+mn-ea"/>
                <a:sym typeface="+mn-lt"/>
              </a:rPr>
              <a:t>олучение подсказок по заданиям от ИИ)</a:t>
            </a:r>
          </a:p>
          <a:p>
            <a:endParaRPr lang="ru-RU" sz="2800" dirty="0"/>
          </a:p>
        </p:txBody>
      </p:sp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D50893B7-AEDC-46DE-9B17-EDC500B424E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5312" y="1698469"/>
            <a:ext cx="3381375" cy="3771900"/>
          </a:xfrm>
          <a:prstGeom prst="rect">
            <a:avLst/>
          </a:prstGeom>
        </p:spPr>
      </p:pic>
      <p:pic>
        <p:nvPicPr>
          <p:cNvPr id="19" name="Рисунок 18">
            <a:extLst>
              <a:ext uri="{FF2B5EF4-FFF2-40B4-BE49-F238E27FC236}">
                <a16:creationId xmlns:a16="http://schemas.microsoft.com/office/drawing/2014/main" id="{3CB7AA67-E72A-4481-93AB-CC5D921BA3B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76687" y="1698469"/>
            <a:ext cx="4161249" cy="3503613"/>
          </a:xfrm>
          <a:prstGeom prst="rect">
            <a:avLst/>
          </a:prstGeom>
        </p:spPr>
      </p:pic>
      <p:pic>
        <p:nvPicPr>
          <p:cNvPr id="23" name="Рисунок 22">
            <a:extLst>
              <a:ext uri="{FF2B5EF4-FFF2-40B4-BE49-F238E27FC236}">
                <a16:creationId xmlns:a16="http://schemas.microsoft.com/office/drawing/2014/main" id="{C34F82EE-F3C5-4F3F-98C1-13F61060E6A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08870" y="1698469"/>
            <a:ext cx="3678884" cy="356489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860808806"/>
      </p:ext>
    </p:extLst>
  </p:cSld>
  <p:clrMapOvr>
    <a:masterClrMapping/>
  </p:clrMapOvr>
  <p:transition advTm="2000">
    <p:comb/>
  </p:transition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05622B6F-3C0A-4D47-9F54-DF470750C4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320" y="618125"/>
            <a:ext cx="2519680" cy="355542"/>
          </a:xfrm>
          <a:prstGeom prst="rect">
            <a:avLst/>
          </a:prstGeom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7595CC17-A47D-48B6-9A6A-053C00475D05}"/>
              </a:ext>
            </a:extLst>
          </p:cNvPr>
          <p:cNvSpPr txBox="1"/>
          <p:nvPr/>
        </p:nvSpPr>
        <p:spPr>
          <a:xfrm>
            <a:off x="687195" y="485563"/>
            <a:ext cx="10556538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800" dirty="0">
                <a:solidFill>
                  <a:srgbClr val="000000"/>
                </a:solidFill>
                <a:ea typeface="+mj-ea"/>
                <a:cs typeface="+mj-cs"/>
              </a:rPr>
              <a:t>Демонстрация функций для студента (</a:t>
            </a:r>
            <a:r>
              <a:rPr lang="ru-RU" sz="2800" dirty="0">
                <a:effectLst>
                  <a:outerShdw blurRad="50800" dist="38100" dir="2700000" algn="tl" rotWithShape="0">
                    <a:schemeClr val="bg1">
                      <a:alpha val="40000"/>
                    </a:schemeClr>
                  </a:outerShdw>
                </a:effectLst>
                <a:ea typeface="+mj-ea"/>
                <a:cs typeface="+mn-ea"/>
                <a:sym typeface="+mn-lt"/>
              </a:rPr>
              <a:t>п</a:t>
            </a:r>
            <a:r>
              <a:rPr lang="ru-RU" altLang="zh-CN" sz="2800" dirty="0">
                <a:solidFill>
                  <a:schemeClr val="tx1"/>
                </a:solidFill>
                <a:effectLst>
                  <a:outerShdw blurRad="50800" dist="38100" dir="2700000" algn="tl" rotWithShape="0">
                    <a:schemeClr val="bg1">
                      <a:alpha val="40000"/>
                    </a:schemeClr>
                  </a:outerShdw>
                </a:effectLst>
                <a:cs typeface="+mn-ea"/>
                <a:sym typeface="+mn-lt"/>
              </a:rPr>
              <a:t>олучение подсказок по заданиям от ИИ)</a:t>
            </a:r>
          </a:p>
          <a:p>
            <a:endParaRPr lang="ru-RU" sz="2800" dirty="0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97CBFF98-AB94-4FA5-A338-CC627D6138D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12066" y="1370059"/>
            <a:ext cx="4874684" cy="5406977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095439578"/>
      </p:ext>
    </p:extLst>
  </p:cSld>
  <p:clrMapOvr>
    <a:masterClrMapping/>
  </p:clrMapOvr>
  <p:transition advTm="2000">
    <p:comb/>
  </p:transition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05622B6F-3C0A-4D47-9F54-DF470750C4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320" y="618125"/>
            <a:ext cx="2519680" cy="355542"/>
          </a:xfrm>
          <a:prstGeom prst="rect">
            <a:avLst/>
          </a:prstGeom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7595CC17-A47D-48B6-9A6A-053C00475D05}"/>
              </a:ext>
            </a:extLst>
          </p:cNvPr>
          <p:cNvSpPr txBox="1"/>
          <p:nvPr/>
        </p:nvSpPr>
        <p:spPr>
          <a:xfrm>
            <a:off x="687195" y="485563"/>
            <a:ext cx="10556538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800" dirty="0">
                <a:solidFill>
                  <a:srgbClr val="000000"/>
                </a:solidFill>
                <a:ea typeface="+mj-ea"/>
                <a:cs typeface="+mj-cs"/>
              </a:rPr>
              <a:t>Демонстрация функций для студента (</a:t>
            </a:r>
            <a:r>
              <a:rPr lang="ru-RU" sz="2800" dirty="0">
                <a:effectLst>
                  <a:outerShdw blurRad="50800" dist="38100" dir="2700000" algn="tl" rotWithShape="0">
                    <a:schemeClr val="bg1">
                      <a:alpha val="40000"/>
                    </a:schemeClr>
                  </a:outerShdw>
                </a:effectLst>
                <a:ea typeface="+mj-ea"/>
                <a:cs typeface="+mn-ea"/>
                <a:sym typeface="+mn-lt"/>
              </a:rPr>
              <a:t>н</a:t>
            </a:r>
            <a:r>
              <a:rPr lang="ru-RU" altLang="zh-CN" sz="2800" dirty="0">
                <a:solidFill>
                  <a:schemeClr val="tx1"/>
                </a:solidFill>
                <a:effectLst>
                  <a:outerShdw blurRad="50800" dist="38100" dir="2700000" algn="tl" rotWithShape="0">
                    <a:schemeClr val="bg1">
                      <a:alpha val="40000"/>
                    </a:schemeClr>
                  </a:outerShdw>
                </a:effectLst>
                <a:cs typeface="+mn-ea"/>
                <a:sym typeface="+mn-lt"/>
              </a:rPr>
              <a:t>авигация по содержимому курса от ИИ)</a:t>
            </a:r>
          </a:p>
          <a:p>
            <a:endParaRPr lang="ru-RU" sz="2800" dirty="0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B6B67741-C605-4A77-9086-67D8775BEB1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495637"/>
            <a:ext cx="12192000" cy="48768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073172864"/>
      </p:ext>
    </p:extLst>
  </p:cSld>
  <p:clrMapOvr>
    <a:masterClrMapping/>
  </p:clrMapOvr>
  <p:transition advTm="2000">
    <p:comb/>
  </p:transition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05622B6F-3C0A-4D47-9F54-DF470750C4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320" y="618125"/>
            <a:ext cx="2519680" cy="355542"/>
          </a:xfrm>
          <a:prstGeom prst="rect">
            <a:avLst/>
          </a:prstGeom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7595CC17-A47D-48B6-9A6A-053C00475D05}"/>
              </a:ext>
            </a:extLst>
          </p:cNvPr>
          <p:cNvSpPr txBox="1"/>
          <p:nvPr/>
        </p:nvSpPr>
        <p:spPr>
          <a:xfrm>
            <a:off x="687195" y="485563"/>
            <a:ext cx="10556538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800" dirty="0">
                <a:solidFill>
                  <a:srgbClr val="000000"/>
                </a:solidFill>
                <a:ea typeface="+mj-ea"/>
                <a:cs typeface="+mj-cs"/>
              </a:rPr>
              <a:t>Демонстрация функций для студента (</a:t>
            </a:r>
            <a:r>
              <a:rPr lang="ru-RU" sz="2800" dirty="0">
                <a:effectLst>
                  <a:outerShdw blurRad="50800" dist="38100" dir="2700000" algn="tl" rotWithShape="0">
                    <a:schemeClr val="bg1">
                      <a:alpha val="40000"/>
                    </a:schemeClr>
                  </a:outerShdw>
                </a:effectLst>
                <a:ea typeface="+mj-ea"/>
                <a:cs typeface="+mn-ea"/>
                <a:sym typeface="+mn-lt"/>
              </a:rPr>
              <a:t>н</a:t>
            </a:r>
            <a:r>
              <a:rPr lang="ru-RU" altLang="zh-CN" sz="2800" dirty="0">
                <a:solidFill>
                  <a:schemeClr val="tx1"/>
                </a:solidFill>
                <a:effectLst>
                  <a:outerShdw blurRad="50800" dist="38100" dir="2700000" algn="tl" rotWithShape="0">
                    <a:schemeClr val="bg1">
                      <a:alpha val="40000"/>
                    </a:schemeClr>
                  </a:outerShdw>
                </a:effectLst>
                <a:cs typeface="+mn-ea"/>
                <a:sym typeface="+mn-lt"/>
              </a:rPr>
              <a:t>авигация по содержимому курса от ИИ)</a:t>
            </a:r>
          </a:p>
          <a:p>
            <a:endParaRPr lang="ru-RU" sz="2800" dirty="0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E983DCAB-B437-49DC-805C-EC26F462F92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14787" y="1760491"/>
            <a:ext cx="6572025" cy="371188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311679343"/>
      </p:ext>
    </p:extLst>
  </p:cSld>
  <p:clrMapOvr>
    <a:masterClrMapping/>
  </p:clrMapOvr>
  <p:transition advTm="2000">
    <p:comb/>
  </p:transition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05622B6F-3C0A-4D47-9F54-DF470750C4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320" y="618125"/>
            <a:ext cx="2519680" cy="355542"/>
          </a:xfrm>
          <a:prstGeom prst="rect">
            <a:avLst/>
          </a:prstGeom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7595CC17-A47D-48B6-9A6A-053C00475D05}"/>
              </a:ext>
            </a:extLst>
          </p:cNvPr>
          <p:cNvSpPr txBox="1"/>
          <p:nvPr/>
        </p:nvSpPr>
        <p:spPr>
          <a:xfrm>
            <a:off x="687195" y="485563"/>
            <a:ext cx="10556538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800" dirty="0">
                <a:solidFill>
                  <a:srgbClr val="000000"/>
                </a:solidFill>
                <a:ea typeface="+mj-ea"/>
                <a:cs typeface="+mj-cs"/>
              </a:rPr>
              <a:t>Демонстрация функций для студента (</a:t>
            </a:r>
            <a:r>
              <a:rPr lang="ru-RU" sz="2800" dirty="0">
                <a:effectLst>
                  <a:outerShdw blurRad="50800" dist="38100" dir="2700000" algn="tl" rotWithShape="0">
                    <a:schemeClr val="bg1">
                      <a:alpha val="40000"/>
                    </a:schemeClr>
                  </a:outerShdw>
                </a:effectLst>
                <a:ea typeface="+mj-ea"/>
                <a:cs typeface="+mn-ea"/>
                <a:sym typeface="+mn-lt"/>
              </a:rPr>
              <a:t>н</a:t>
            </a:r>
            <a:r>
              <a:rPr lang="ru-RU" altLang="zh-CN" sz="2800" dirty="0">
                <a:solidFill>
                  <a:schemeClr val="tx1"/>
                </a:solidFill>
                <a:effectLst>
                  <a:outerShdw blurRad="50800" dist="38100" dir="2700000" algn="tl" rotWithShape="0">
                    <a:schemeClr val="bg1">
                      <a:alpha val="40000"/>
                    </a:schemeClr>
                  </a:outerShdw>
                </a:effectLst>
                <a:cs typeface="+mn-ea"/>
                <a:sym typeface="+mn-lt"/>
              </a:rPr>
              <a:t>авигация по содержимому курса от ИИ)</a:t>
            </a:r>
          </a:p>
          <a:p>
            <a:endParaRPr lang="ru-RU" sz="2800" dirty="0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6A237967-831B-40FA-AAA7-5B5C95529E3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392" y="1870558"/>
            <a:ext cx="11935216" cy="4056109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845731864"/>
      </p:ext>
    </p:extLst>
  </p:cSld>
  <p:clrMapOvr>
    <a:masterClrMapping/>
  </p:clrMapOvr>
  <p:transition advTm="2000">
    <p:comb/>
  </p:transition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05622B6F-3C0A-4D47-9F54-DF470750C4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320" y="618125"/>
            <a:ext cx="2519680" cy="355542"/>
          </a:xfrm>
          <a:prstGeom prst="rect">
            <a:avLst/>
          </a:prstGeom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7595CC17-A47D-48B6-9A6A-053C00475D05}"/>
              </a:ext>
            </a:extLst>
          </p:cNvPr>
          <p:cNvSpPr txBox="1"/>
          <p:nvPr/>
        </p:nvSpPr>
        <p:spPr>
          <a:xfrm>
            <a:off x="687195" y="485563"/>
            <a:ext cx="10556538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800" dirty="0">
                <a:solidFill>
                  <a:srgbClr val="000000"/>
                </a:solidFill>
                <a:ea typeface="+mj-ea"/>
                <a:cs typeface="+mj-cs"/>
              </a:rPr>
              <a:t>Демонстрация функций для студента (</a:t>
            </a:r>
            <a:r>
              <a:rPr lang="ru-RU" sz="2800" dirty="0">
                <a:effectLst>
                  <a:outerShdw blurRad="50800" dist="38100" dir="2700000" algn="tl" rotWithShape="0">
                    <a:schemeClr val="bg1">
                      <a:alpha val="40000"/>
                    </a:schemeClr>
                  </a:outerShdw>
                </a:effectLst>
                <a:ea typeface="+mj-ea"/>
                <a:cs typeface="+mn-ea"/>
                <a:sym typeface="+mn-lt"/>
              </a:rPr>
              <a:t>н</a:t>
            </a:r>
            <a:r>
              <a:rPr lang="ru-RU" altLang="zh-CN" sz="2800" dirty="0">
                <a:solidFill>
                  <a:schemeClr val="tx1"/>
                </a:solidFill>
                <a:effectLst>
                  <a:outerShdw blurRad="50800" dist="38100" dir="2700000" algn="tl" rotWithShape="0">
                    <a:schemeClr val="bg1">
                      <a:alpha val="40000"/>
                    </a:schemeClr>
                  </a:outerShdw>
                </a:effectLst>
                <a:cs typeface="+mn-ea"/>
                <a:sym typeface="+mn-lt"/>
              </a:rPr>
              <a:t>авигация по содержимому курса от ИИ)</a:t>
            </a:r>
          </a:p>
          <a:p>
            <a:endParaRPr lang="ru-RU" sz="2800" dirty="0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D72A4E58-89F6-4F13-B7DA-910FDE7B6BA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000" y="1553575"/>
            <a:ext cx="11430000" cy="46863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040568108"/>
      </p:ext>
    </p:extLst>
  </p:cSld>
  <p:clrMapOvr>
    <a:masterClrMapping/>
  </p:clrMapOvr>
  <p:transition advTm="2000">
    <p:comb/>
  </p:transition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05622B6F-3C0A-4D47-9F54-DF470750C4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320" y="618125"/>
            <a:ext cx="2519680" cy="355542"/>
          </a:xfrm>
          <a:prstGeom prst="rect">
            <a:avLst/>
          </a:prstGeom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7595CC17-A47D-48B6-9A6A-053C00475D05}"/>
              </a:ext>
            </a:extLst>
          </p:cNvPr>
          <p:cNvSpPr txBox="1"/>
          <p:nvPr/>
        </p:nvSpPr>
        <p:spPr>
          <a:xfrm>
            <a:off x="687195" y="485563"/>
            <a:ext cx="10556538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800" dirty="0">
                <a:solidFill>
                  <a:srgbClr val="000000"/>
                </a:solidFill>
                <a:ea typeface="+mj-ea"/>
                <a:cs typeface="+mj-cs"/>
              </a:rPr>
              <a:t>Демонстрация функций для студента (</a:t>
            </a:r>
            <a:r>
              <a:rPr lang="ru-RU" sz="2800" dirty="0">
                <a:effectLst>
                  <a:outerShdw blurRad="50800" dist="38100" dir="2700000" algn="tl" rotWithShape="0">
                    <a:schemeClr val="bg1">
                      <a:alpha val="40000"/>
                    </a:schemeClr>
                  </a:outerShdw>
                </a:effectLst>
                <a:ea typeface="+mj-ea"/>
                <a:cs typeface="+mn-ea"/>
                <a:sym typeface="+mn-lt"/>
              </a:rPr>
              <a:t>н</a:t>
            </a:r>
            <a:r>
              <a:rPr lang="ru-RU" altLang="zh-CN" sz="2800" dirty="0">
                <a:solidFill>
                  <a:schemeClr val="tx1"/>
                </a:solidFill>
                <a:effectLst>
                  <a:outerShdw blurRad="50800" dist="38100" dir="2700000" algn="tl" rotWithShape="0">
                    <a:schemeClr val="bg1">
                      <a:alpha val="40000"/>
                    </a:schemeClr>
                  </a:outerShdw>
                </a:effectLst>
                <a:cs typeface="+mn-ea"/>
                <a:sym typeface="+mn-lt"/>
              </a:rPr>
              <a:t>авигация по содержимому курса от ИИ)</a:t>
            </a:r>
          </a:p>
          <a:p>
            <a:endParaRPr lang="ru-RU" sz="2800" dirty="0"/>
          </a:p>
        </p:txBody>
      </p:sp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12892E16-7B99-48AD-B97A-BCDB2C513CD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8313" y="1727142"/>
            <a:ext cx="11539754" cy="3894667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73861364"/>
      </p:ext>
    </p:extLst>
  </p:cSld>
  <p:clrMapOvr>
    <a:masterClrMapping/>
  </p:clrMapOvr>
  <p:transition advTm="2000">
    <p:comb/>
  </p:transition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05622B6F-3C0A-4D47-9F54-DF470750C4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320" y="618125"/>
            <a:ext cx="2519680" cy="355542"/>
          </a:xfrm>
          <a:prstGeom prst="rect">
            <a:avLst/>
          </a:prstGeom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7595CC17-A47D-48B6-9A6A-053C00475D05}"/>
              </a:ext>
            </a:extLst>
          </p:cNvPr>
          <p:cNvSpPr txBox="1"/>
          <p:nvPr/>
        </p:nvSpPr>
        <p:spPr>
          <a:xfrm>
            <a:off x="687195" y="485563"/>
            <a:ext cx="10556538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800" dirty="0">
                <a:solidFill>
                  <a:srgbClr val="000000"/>
                </a:solidFill>
                <a:ea typeface="+mj-ea"/>
                <a:cs typeface="+mj-cs"/>
              </a:rPr>
              <a:t>Демонстрация функций для преподавателя (</a:t>
            </a:r>
            <a:r>
              <a:rPr lang="ru-RU" sz="2800" dirty="0">
                <a:solidFill>
                  <a:srgbClr val="000000"/>
                </a:solidFill>
                <a:effectLst>
                  <a:outerShdw blurRad="50800" dist="38100" dir="2700000" algn="tl" rotWithShape="0">
                    <a:schemeClr val="bg1">
                      <a:alpha val="40000"/>
                    </a:schemeClr>
                  </a:outerShdw>
                </a:effectLst>
                <a:ea typeface="+mj-ea"/>
                <a:cs typeface="+mn-ea"/>
                <a:sym typeface="+mn-lt"/>
              </a:rPr>
              <a:t>з</a:t>
            </a:r>
            <a:r>
              <a:rPr lang="ru-RU" sz="2800" dirty="0">
                <a:effectLst>
                  <a:outerShdw blurRad="50800" dist="38100" dir="2700000" algn="tl" rotWithShape="0">
                    <a:schemeClr val="bg1">
                      <a:alpha val="40000"/>
                    </a:schemeClr>
                  </a:outerShdw>
                </a:effectLst>
                <a:ea typeface="+mj-ea"/>
                <a:cs typeface="+mn-ea"/>
                <a:sym typeface="+mn-lt"/>
              </a:rPr>
              <a:t>апуск автоматической ИИ проверки домашних заданий</a:t>
            </a:r>
            <a:r>
              <a:rPr lang="ru-RU" altLang="zh-CN" sz="2800" dirty="0">
                <a:solidFill>
                  <a:schemeClr val="tx1"/>
                </a:solidFill>
                <a:effectLst>
                  <a:outerShdw blurRad="50800" dist="38100" dir="2700000" algn="tl" rotWithShape="0">
                    <a:schemeClr val="bg1">
                      <a:alpha val="40000"/>
                    </a:schemeClr>
                  </a:outerShdw>
                </a:effectLst>
                <a:cs typeface="+mn-ea"/>
                <a:sym typeface="+mn-lt"/>
              </a:rPr>
              <a:t>)</a:t>
            </a:r>
          </a:p>
          <a:p>
            <a:endParaRPr lang="ru-RU" sz="2800" dirty="0"/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0A1D46A2-1067-4FE7-8B08-7F1A407514B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5435" y="1955858"/>
            <a:ext cx="7521105" cy="3573416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926942D9-0D1F-412A-81DD-5C957349729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20242" y="1955858"/>
            <a:ext cx="3629025" cy="3267075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586685639"/>
      </p:ext>
    </p:extLst>
  </p:cSld>
  <p:clrMapOvr>
    <a:masterClrMapping/>
  </p:clrMapOvr>
  <p:transition advTm="2000">
    <p:comb/>
  </p:transition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05622B6F-3C0A-4D47-9F54-DF470750C4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320" y="618125"/>
            <a:ext cx="2519680" cy="355542"/>
          </a:xfrm>
          <a:prstGeom prst="rect">
            <a:avLst/>
          </a:prstGeom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7595CC17-A47D-48B6-9A6A-053C00475D05}"/>
              </a:ext>
            </a:extLst>
          </p:cNvPr>
          <p:cNvSpPr txBox="1"/>
          <p:nvPr/>
        </p:nvSpPr>
        <p:spPr>
          <a:xfrm>
            <a:off x="687195" y="485563"/>
            <a:ext cx="10556538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800" dirty="0">
                <a:solidFill>
                  <a:srgbClr val="000000"/>
                </a:solidFill>
                <a:ea typeface="+mj-ea"/>
                <a:cs typeface="+mj-cs"/>
              </a:rPr>
              <a:t>Демонстрация функций для преподавателя (</a:t>
            </a:r>
            <a:r>
              <a:rPr lang="ru-RU" sz="2800" dirty="0">
                <a:solidFill>
                  <a:srgbClr val="000000"/>
                </a:solidFill>
                <a:effectLst>
                  <a:outerShdw blurRad="50800" dist="38100" dir="2700000" algn="tl" rotWithShape="0">
                    <a:schemeClr val="bg1">
                      <a:alpha val="40000"/>
                    </a:schemeClr>
                  </a:outerShdw>
                </a:effectLst>
                <a:ea typeface="+mj-ea"/>
                <a:cs typeface="+mn-ea"/>
                <a:sym typeface="+mn-lt"/>
              </a:rPr>
              <a:t>з</a:t>
            </a:r>
            <a:r>
              <a:rPr lang="ru-RU" sz="2800" dirty="0">
                <a:effectLst>
                  <a:outerShdw blurRad="50800" dist="38100" dir="2700000" algn="tl" rotWithShape="0">
                    <a:schemeClr val="bg1">
                      <a:alpha val="40000"/>
                    </a:schemeClr>
                  </a:outerShdw>
                </a:effectLst>
                <a:ea typeface="+mj-ea"/>
                <a:cs typeface="+mn-ea"/>
                <a:sym typeface="+mn-lt"/>
              </a:rPr>
              <a:t>апуск автоматической ИИ проверки домашних заданий</a:t>
            </a:r>
            <a:r>
              <a:rPr lang="ru-RU" altLang="zh-CN" sz="2800" dirty="0">
                <a:solidFill>
                  <a:schemeClr val="tx1"/>
                </a:solidFill>
                <a:effectLst>
                  <a:outerShdw blurRad="50800" dist="38100" dir="2700000" algn="tl" rotWithShape="0">
                    <a:schemeClr val="bg1">
                      <a:alpha val="40000"/>
                    </a:schemeClr>
                  </a:outerShdw>
                </a:effectLst>
                <a:cs typeface="+mn-ea"/>
                <a:sym typeface="+mn-lt"/>
              </a:rPr>
              <a:t>)</a:t>
            </a:r>
          </a:p>
          <a:p>
            <a:endParaRPr lang="ru-RU" sz="2800" dirty="0"/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4769EBE5-CB6F-4A22-9D50-480BED2BA6C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0126" y="1532211"/>
            <a:ext cx="3446293" cy="3869522"/>
          </a:xfrm>
          <a:prstGeom prst="rect">
            <a:avLst/>
          </a:prstGeom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6D6CD352-9929-4AF5-BB10-56A9CB1C773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12265" y="1532211"/>
            <a:ext cx="7868537" cy="3954189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386885396"/>
      </p:ext>
    </p:extLst>
  </p:cSld>
  <p:clrMapOvr>
    <a:masterClrMapping/>
  </p:clrMapOvr>
  <p:transition advTm="2000">
    <p:comb/>
  </p:transition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Рисунок 26">
            <a:extLst>
              <a:ext uri="{FF2B5EF4-FFF2-40B4-BE49-F238E27FC236}">
                <a16:creationId xmlns:a16="http://schemas.microsoft.com/office/drawing/2014/main" id="{8534B57C-9336-431F-9980-0995915F85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6646" y="573172"/>
            <a:ext cx="2522221" cy="459762"/>
          </a:xfrm>
          <a:prstGeom prst="rect">
            <a:avLst/>
          </a:prstGeom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CB2AAB2C-F422-4D8D-AECF-E3D41EB5BEEB}"/>
              </a:ext>
            </a:extLst>
          </p:cNvPr>
          <p:cNvSpPr txBox="1"/>
          <p:nvPr/>
        </p:nvSpPr>
        <p:spPr>
          <a:xfrm>
            <a:off x="865505" y="600327"/>
            <a:ext cx="642196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800" dirty="0"/>
              <a:t>Системный </a:t>
            </a:r>
            <a:r>
              <a:rPr lang="ru-RU" sz="2800" dirty="0" err="1"/>
              <a:t>промпт</a:t>
            </a:r>
            <a:r>
              <a:rPr lang="ru-RU" sz="2800" dirty="0"/>
              <a:t> для голосового ИИ</a:t>
            </a:r>
          </a:p>
        </p:txBody>
      </p:sp>
      <p:sp>
        <p:nvSpPr>
          <p:cNvPr id="30" name="图形">
            <a:extLst>
              <a:ext uri="{FF2B5EF4-FFF2-40B4-BE49-F238E27FC236}">
                <a16:creationId xmlns:a16="http://schemas.microsoft.com/office/drawing/2014/main" id="{C7A1CB51-CCED-41E8-A955-3A41037E36E8}"/>
              </a:ext>
            </a:extLst>
          </p:cNvPr>
          <p:cNvSpPr/>
          <p:nvPr/>
        </p:nvSpPr>
        <p:spPr>
          <a:xfrm>
            <a:off x="865505" y="1352544"/>
            <a:ext cx="10279823" cy="4531789"/>
          </a:xfrm>
          <a:prstGeom prst="roundRect">
            <a:avLst>
              <a:gd name="adj" fmla="val 5189"/>
            </a:avLst>
          </a:prstGeom>
          <a:solidFill>
            <a:schemeClr val="bg1"/>
          </a:solidFill>
          <a:ln w="0">
            <a:gradFill>
              <a:gsLst>
                <a:gs pos="4000">
                  <a:schemeClr val="accent2">
                    <a:alpha val="0"/>
                  </a:schemeClr>
                </a:gs>
                <a:gs pos="100000">
                  <a:schemeClr val="accent1"/>
                </a:gs>
              </a:gsLst>
              <a:lin ang="5400000" scaled="0"/>
            </a:gradFill>
          </a:ln>
          <a:effectLst>
            <a:outerShdw blurRad="762000" dist="571500" dir="5400000" sx="80000" sy="80000" algn="t" rotWithShape="0">
              <a:schemeClr val="accent1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42" name="图形">
            <a:extLst>
              <a:ext uri="{FF2B5EF4-FFF2-40B4-BE49-F238E27FC236}">
                <a16:creationId xmlns:a16="http://schemas.microsoft.com/office/drawing/2014/main" id="{025A0096-8DA7-4A13-8B20-2EC5FA963D4E}"/>
              </a:ext>
            </a:extLst>
          </p:cNvPr>
          <p:cNvSpPr/>
          <p:nvPr/>
        </p:nvSpPr>
        <p:spPr>
          <a:xfrm flipH="1">
            <a:off x="10591118" y="5349663"/>
            <a:ext cx="554210" cy="534670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">
                <a:pos x="hc" y="t"/>
              </a:cxn>
              <a:cxn ang="3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">
                <a:pos x="ir" y="it"/>
              </a:cxn>
            </a:cxnLst>
            <a:rect l="l" t="t" r="r" b="b"/>
            <a:pathLst>
              <a:path w="963" h="888">
                <a:moveTo>
                  <a:pt x="0" y="42"/>
                </a:moveTo>
                <a:cubicBezTo>
                  <a:pt x="76" y="15"/>
                  <a:pt x="158" y="0"/>
                  <a:pt x="243" y="0"/>
                </a:cubicBezTo>
                <a:cubicBezTo>
                  <a:pt x="641" y="0"/>
                  <a:pt x="963" y="322"/>
                  <a:pt x="963" y="720"/>
                </a:cubicBezTo>
                <a:cubicBezTo>
                  <a:pt x="963" y="778"/>
                  <a:pt x="956" y="834"/>
                  <a:pt x="943" y="888"/>
                </a:cubicBezTo>
                <a:lnTo>
                  <a:pt x="0" y="888"/>
                </a:lnTo>
                <a:lnTo>
                  <a:pt x="0" y="42"/>
                </a:lnTo>
                <a:close/>
              </a:path>
            </a:pathLst>
          </a:custGeom>
          <a:gradFill>
            <a:gsLst>
              <a:gs pos="5000">
                <a:srgbClr val="096AED"/>
              </a:gs>
              <a:gs pos="100000">
                <a:srgbClr val="0695F0"/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2F07EA2-B29F-4B06-B399-102604B8BE51}"/>
              </a:ext>
            </a:extLst>
          </p:cNvPr>
          <p:cNvSpPr txBox="1"/>
          <p:nvPr/>
        </p:nvSpPr>
        <p:spPr>
          <a:xfrm>
            <a:off x="1397479" y="1516659"/>
            <a:ext cx="8824823" cy="40318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/>
              <a:t>### ЯЗЫК</a:t>
            </a:r>
          </a:p>
          <a:p>
            <a:r>
              <a:rPr lang="ru-RU" sz="1600" dirty="0"/>
              <a:t>ОТВЕЧАЙ ИСКЛЮЧИТЕЛЬНО НА РУССКОМ ЯЗЫКЕ. Ни слова на других языках.</a:t>
            </a:r>
          </a:p>
          <a:p>
            <a:r>
              <a:rPr lang="ru-RU" sz="1600" dirty="0"/>
              <a:t>### КТО ТЫ</a:t>
            </a:r>
          </a:p>
          <a:p>
            <a:r>
              <a:rPr lang="ru-RU" sz="1600" dirty="0"/>
              <a:t>Ты — </a:t>
            </a:r>
            <a:r>
              <a:rPr lang="ru-RU" sz="1600" dirty="0" err="1"/>
              <a:t>Кортана</a:t>
            </a:r>
            <a:r>
              <a:rPr lang="ru-RU" sz="1600" dirty="0"/>
              <a:t>, голосовой ассистент образовательной платформы </a:t>
            </a:r>
            <a:r>
              <a:rPr lang="ru-RU" sz="1600" dirty="0" err="1"/>
              <a:t>EduAI</a:t>
            </a:r>
            <a:r>
              <a:rPr lang="ru-RU" sz="1600" dirty="0"/>
              <a:t>.</a:t>
            </a:r>
          </a:p>
          <a:p>
            <a:r>
              <a:rPr lang="ru-RU" sz="1600" dirty="0"/>
              <a:t>### КАК СЕБЯ ВЕСТИ</a:t>
            </a:r>
          </a:p>
          <a:p>
            <a:r>
              <a:rPr lang="ru-RU" sz="1600" dirty="0"/>
              <a:t>1. Только русский язык.</a:t>
            </a:r>
          </a:p>
          <a:p>
            <a:r>
              <a:rPr lang="ru-RU" sz="1600" dirty="0"/>
              <a:t>2. Отвечай кратко и по-человечески. Без таблиц, кода и </a:t>
            </a:r>
            <a:r>
              <a:rPr lang="ru-RU" sz="1600" dirty="0" err="1"/>
              <a:t>markdown</a:t>
            </a:r>
            <a:r>
              <a:rPr lang="ru-RU" sz="1600" dirty="0"/>
              <a:t> — ты говоришь вслух.</a:t>
            </a:r>
          </a:p>
          <a:p>
            <a:r>
              <a:rPr lang="ru-RU" sz="1600" dirty="0"/>
              <a:t>3. Не комментируй экран по своей инициативе, отвечай только на прямые вопросы пользователя.</a:t>
            </a:r>
          </a:p>
          <a:p>
            <a:r>
              <a:rPr lang="ru-RU" sz="1600" dirty="0"/>
              <a:t>4. На приветствие отвечай тепло и коротко, без навигации.</a:t>
            </a:r>
          </a:p>
          <a:p>
            <a:r>
              <a:rPr lang="ru-RU" sz="1600" dirty="0"/>
              <a:t>5. Подсказки по домашним заданиям — только в стиле Сократа: задавай наводящие вопросы, не давай готовый ответ.</a:t>
            </a:r>
          </a:p>
          <a:p>
            <a:r>
              <a:rPr lang="ru-RU" sz="1600" dirty="0"/>
              <a:t>6. ПОИСК ПЕРЕД ОТВЕТОМ: Прежде чем отвечать на любой вопрос по теме курса, ты ОБЯЗАН СНАЧАЛА вызвать </a:t>
            </a:r>
            <a:r>
              <a:rPr lang="ru-RU" sz="1600" dirty="0" err="1"/>
              <a:t>queryKnowledgeBase</a:t>
            </a:r>
            <a:r>
              <a:rPr lang="ru-RU" sz="1600" dirty="0"/>
              <a:t>, чтобы найти точную информацию в уроках. ЗАПРЕЩЕНО отвечать из своих знаний до поиска. Только если инструмент вернул «информация не найдена», ты можешь ответить из своих знаний. Если нашёл нужный ответ — перейди на урок (</a:t>
            </a:r>
            <a:r>
              <a:rPr lang="ru-RU" sz="1600" dirty="0" err="1"/>
              <a:t>navigatePage</a:t>
            </a:r>
            <a:r>
              <a:rPr lang="ru-RU" sz="1600" dirty="0"/>
              <a:t>) и обязательно передай </a:t>
            </a:r>
            <a:r>
              <a:rPr lang="ru-RU" sz="1600" dirty="0" err="1"/>
              <a:t>highlight_text</a:t>
            </a:r>
            <a:r>
              <a:rPr lang="ru-RU" sz="1600" dirty="0"/>
              <a:t> с точной цитатой (3–5 слов) для подсветки.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116895727"/>
      </p:ext>
    </p:extLst>
  </p:cSld>
  <p:clrMapOvr>
    <a:masterClrMapping/>
  </p:clrMapOvr>
  <p:transition advTm="2000">
    <p:diamond/>
  </p:transition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Рисунок 26">
            <a:extLst>
              <a:ext uri="{FF2B5EF4-FFF2-40B4-BE49-F238E27FC236}">
                <a16:creationId xmlns:a16="http://schemas.microsoft.com/office/drawing/2014/main" id="{8534B57C-9336-431F-9980-0995915F85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6646" y="573172"/>
            <a:ext cx="2522221" cy="459762"/>
          </a:xfrm>
          <a:prstGeom prst="rect">
            <a:avLst/>
          </a:prstGeom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CB2AAB2C-F422-4D8D-AECF-E3D41EB5BEEB}"/>
              </a:ext>
            </a:extLst>
          </p:cNvPr>
          <p:cNvSpPr txBox="1"/>
          <p:nvPr/>
        </p:nvSpPr>
        <p:spPr>
          <a:xfrm>
            <a:off x="865505" y="600327"/>
            <a:ext cx="642196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800" dirty="0"/>
              <a:t>Системный </a:t>
            </a:r>
            <a:r>
              <a:rPr lang="ru-RU" sz="2800" dirty="0" err="1"/>
              <a:t>промпт</a:t>
            </a:r>
            <a:r>
              <a:rPr lang="ru-RU" sz="2800" dirty="0"/>
              <a:t> для голосового ИИ</a:t>
            </a:r>
          </a:p>
        </p:txBody>
      </p:sp>
      <p:sp>
        <p:nvSpPr>
          <p:cNvPr id="30" name="图形">
            <a:extLst>
              <a:ext uri="{FF2B5EF4-FFF2-40B4-BE49-F238E27FC236}">
                <a16:creationId xmlns:a16="http://schemas.microsoft.com/office/drawing/2014/main" id="{C7A1CB51-CCED-41E8-A955-3A41037E36E8}"/>
              </a:ext>
            </a:extLst>
          </p:cNvPr>
          <p:cNvSpPr/>
          <p:nvPr/>
        </p:nvSpPr>
        <p:spPr>
          <a:xfrm>
            <a:off x="865505" y="1979077"/>
            <a:ext cx="10279823" cy="3405723"/>
          </a:xfrm>
          <a:prstGeom prst="roundRect">
            <a:avLst>
              <a:gd name="adj" fmla="val 5189"/>
            </a:avLst>
          </a:prstGeom>
          <a:solidFill>
            <a:schemeClr val="bg1"/>
          </a:solidFill>
          <a:ln w="0">
            <a:gradFill>
              <a:gsLst>
                <a:gs pos="4000">
                  <a:schemeClr val="accent2">
                    <a:alpha val="0"/>
                  </a:schemeClr>
                </a:gs>
                <a:gs pos="100000">
                  <a:schemeClr val="accent1"/>
                </a:gs>
              </a:gsLst>
              <a:lin ang="5400000" scaled="0"/>
            </a:gradFill>
          </a:ln>
          <a:effectLst>
            <a:outerShdw blurRad="762000" dist="571500" dir="5400000" sx="80000" sy="80000" algn="t" rotWithShape="0">
              <a:schemeClr val="accent1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42" name="图形">
            <a:extLst>
              <a:ext uri="{FF2B5EF4-FFF2-40B4-BE49-F238E27FC236}">
                <a16:creationId xmlns:a16="http://schemas.microsoft.com/office/drawing/2014/main" id="{025A0096-8DA7-4A13-8B20-2EC5FA963D4E}"/>
              </a:ext>
            </a:extLst>
          </p:cNvPr>
          <p:cNvSpPr/>
          <p:nvPr/>
        </p:nvSpPr>
        <p:spPr>
          <a:xfrm flipH="1">
            <a:off x="10591118" y="4850130"/>
            <a:ext cx="554210" cy="534670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">
                <a:pos x="hc" y="t"/>
              </a:cxn>
              <a:cxn ang="3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">
                <a:pos x="ir" y="it"/>
              </a:cxn>
            </a:cxnLst>
            <a:rect l="l" t="t" r="r" b="b"/>
            <a:pathLst>
              <a:path w="963" h="888">
                <a:moveTo>
                  <a:pt x="0" y="42"/>
                </a:moveTo>
                <a:cubicBezTo>
                  <a:pt x="76" y="15"/>
                  <a:pt x="158" y="0"/>
                  <a:pt x="243" y="0"/>
                </a:cubicBezTo>
                <a:cubicBezTo>
                  <a:pt x="641" y="0"/>
                  <a:pt x="963" y="322"/>
                  <a:pt x="963" y="720"/>
                </a:cubicBezTo>
                <a:cubicBezTo>
                  <a:pt x="963" y="778"/>
                  <a:pt x="956" y="834"/>
                  <a:pt x="943" y="888"/>
                </a:cubicBezTo>
                <a:lnTo>
                  <a:pt x="0" y="888"/>
                </a:lnTo>
                <a:lnTo>
                  <a:pt x="0" y="42"/>
                </a:lnTo>
                <a:close/>
              </a:path>
            </a:pathLst>
          </a:custGeom>
          <a:gradFill>
            <a:gsLst>
              <a:gs pos="5000">
                <a:srgbClr val="096AED"/>
              </a:gs>
              <a:gs pos="100000">
                <a:srgbClr val="0695F0"/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2F07EA2-B29F-4B06-B399-102604B8BE51}"/>
              </a:ext>
            </a:extLst>
          </p:cNvPr>
          <p:cNvSpPr txBox="1"/>
          <p:nvPr/>
        </p:nvSpPr>
        <p:spPr>
          <a:xfrm>
            <a:off x="1397479" y="2377695"/>
            <a:ext cx="8824823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### ПРИВЕТСТВИЕ</a:t>
            </a:r>
          </a:p>
          <a:p>
            <a:r>
              <a:rPr lang="ru-RU" dirty="0"/>
              <a:t>Если начинаешь разговор — скажи только: «Привет! Чем могу помочь?»</a:t>
            </a:r>
          </a:p>
          <a:p>
            <a:r>
              <a:rPr lang="ru-RU" dirty="0"/>
              <a:t>### НАВИГАЦИЯ</a:t>
            </a:r>
          </a:p>
          <a:p>
            <a:r>
              <a:rPr lang="ru-RU" dirty="0"/>
              <a:t>Переходы — только через инструмент </a:t>
            </a:r>
            <a:r>
              <a:rPr lang="ru-RU" dirty="0" err="1"/>
              <a:t>navigatePage</a:t>
            </a:r>
            <a:r>
              <a:rPr lang="ru-RU" dirty="0"/>
              <a:t>. Никогда не говори вслух </a:t>
            </a:r>
            <a:r>
              <a:rPr lang="ru-RU" dirty="0" err="1"/>
              <a:t>navigate</a:t>
            </a:r>
            <a:r>
              <a:rPr lang="ru-RU" dirty="0"/>
              <a:t>, NAVIGATE, </a:t>
            </a:r>
            <a:r>
              <a:rPr lang="ru-RU" dirty="0" err="1"/>
              <a:t>path</a:t>
            </a:r>
            <a:r>
              <a:rPr lang="ru-RU" dirty="0"/>
              <a:t> или URL.</a:t>
            </a:r>
          </a:p>
          <a:p>
            <a:r>
              <a:rPr lang="ru-RU" dirty="0"/>
              <a:t>### КОНТЕКСТ СТРАНИЦЫ</a:t>
            </a:r>
          </a:p>
          <a:p>
            <a:r>
              <a:rPr lang="ru-RU" dirty="0"/>
              <a:t>Во время звонка контекст страницы обновляется в реальном времени — ИИ всегда знает на каком уроке находится студент, что написано на экране и какое задание открыто.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93136438"/>
      </p:ext>
    </p:extLst>
  </p:cSld>
  <p:clrMapOvr>
    <a:masterClrMapping/>
  </p:clrMapOvr>
  <p:transition advTm="2000">
    <p:diamond/>
  </p:transition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Рисунок 26">
            <a:extLst>
              <a:ext uri="{FF2B5EF4-FFF2-40B4-BE49-F238E27FC236}">
                <a16:creationId xmlns:a16="http://schemas.microsoft.com/office/drawing/2014/main" id="{8534B57C-9336-431F-9980-0995915F85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0240" y="576628"/>
            <a:ext cx="2522221" cy="459762"/>
          </a:xfrm>
          <a:prstGeom prst="rect">
            <a:avLst/>
          </a:prstGeom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CB2AAB2C-F422-4D8D-AECF-E3D41EB5BEEB}"/>
              </a:ext>
            </a:extLst>
          </p:cNvPr>
          <p:cNvSpPr txBox="1"/>
          <p:nvPr/>
        </p:nvSpPr>
        <p:spPr>
          <a:xfrm>
            <a:off x="1036435" y="-34217"/>
            <a:ext cx="9506162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800" dirty="0"/>
              <a:t>Исключение галлюцинаций и ограничение контекста ИИ</a:t>
            </a:r>
          </a:p>
          <a:p>
            <a:endParaRPr lang="ru-RU" sz="2800" dirty="0"/>
          </a:p>
        </p:txBody>
      </p:sp>
      <p:sp>
        <p:nvSpPr>
          <p:cNvPr id="30" name="图形">
            <a:extLst>
              <a:ext uri="{FF2B5EF4-FFF2-40B4-BE49-F238E27FC236}">
                <a16:creationId xmlns:a16="http://schemas.microsoft.com/office/drawing/2014/main" id="{C7A1CB51-CCED-41E8-A955-3A41037E36E8}"/>
              </a:ext>
            </a:extLst>
          </p:cNvPr>
          <p:cNvSpPr/>
          <p:nvPr/>
        </p:nvSpPr>
        <p:spPr>
          <a:xfrm>
            <a:off x="1353613" y="541307"/>
            <a:ext cx="4417695" cy="3092455"/>
          </a:xfrm>
          <a:prstGeom prst="roundRect">
            <a:avLst>
              <a:gd name="adj" fmla="val 5189"/>
            </a:avLst>
          </a:prstGeom>
          <a:solidFill>
            <a:schemeClr val="bg1"/>
          </a:solidFill>
          <a:ln w="0">
            <a:gradFill>
              <a:gsLst>
                <a:gs pos="4000">
                  <a:schemeClr val="accent2">
                    <a:alpha val="0"/>
                  </a:schemeClr>
                </a:gs>
                <a:gs pos="100000">
                  <a:schemeClr val="accent1"/>
                </a:gs>
              </a:gsLst>
              <a:lin ang="5400000" scaled="0"/>
            </a:gradFill>
          </a:ln>
          <a:effectLst>
            <a:outerShdw blurRad="762000" dist="571500" dir="5400000" sx="80000" sy="80000" algn="t" rotWithShape="0">
              <a:schemeClr val="accent1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072D824-1065-4100-8506-F0E32CE6EFF3}"/>
              </a:ext>
            </a:extLst>
          </p:cNvPr>
          <p:cNvSpPr txBox="1"/>
          <p:nvPr/>
        </p:nvSpPr>
        <p:spPr>
          <a:xfrm>
            <a:off x="1353614" y="562335"/>
            <a:ext cx="404292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>
                <a:solidFill>
                  <a:srgbClr val="096AED"/>
                </a:solidFill>
                <a:cs typeface="+mn-ea"/>
              </a:rPr>
              <a:t>Технология RAG вместо "памяти" нейросети.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34CB932-720C-453B-B8EB-F174CF0CA4E6}"/>
              </a:ext>
            </a:extLst>
          </p:cNvPr>
          <p:cNvSpPr txBox="1"/>
          <p:nvPr/>
        </p:nvSpPr>
        <p:spPr>
          <a:xfrm>
            <a:off x="1661614" y="1335102"/>
            <a:ext cx="3426923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800" dirty="0"/>
              <a:t>ИИ не придумывает ответы из головы, а работает с базой знаний платформы. Перед тем как ответить, система находит нужные абзацы в лекциях и передает их нейросети как единственный источник правды.</a:t>
            </a:r>
          </a:p>
        </p:txBody>
      </p:sp>
      <p:sp>
        <p:nvSpPr>
          <p:cNvPr id="9" name="图形">
            <a:extLst>
              <a:ext uri="{FF2B5EF4-FFF2-40B4-BE49-F238E27FC236}">
                <a16:creationId xmlns:a16="http://schemas.microsoft.com/office/drawing/2014/main" id="{87F16EF7-D657-450A-97C1-F777638C266C}"/>
              </a:ext>
            </a:extLst>
          </p:cNvPr>
          <p:cNvSpPr/>
          <p:nvPr/>
        </p:nvSpPr>
        <p:spPr>
          <a:xfrm>
            <a:off x="6124902" y="541307"/>
            <a:ext cx="4417695" cy="3092455"/>
          </a:xfrm>
          <a:prstGeom prst="roundRect">
            <a:avLst>
              <a:gd name="adj" fmla="val 5189"/>
            </a:avLst>
          </a:prstGeom>
          <a:solidFill>
            <a:schemeClr val="bg1"/>
          </a:solidFill>
          <a:ln w="0">
            <a:gradFill>
              <a:gsLst>
                <a:gs pos="4000">
                  <a:schemeClr val="accent2">
                    <a:alpha val="0"/>
                  </a:schemeClr>
                </a:gs>
                <a:gs pos="100000">
                  <a:schemeClr val="accent1"/>
                </a:gs>
              </a:gsLst>
              <a:lin ang="5400000" scaled="0"/>
            </a:gradFill>
          </a:ln>
          <a:effectLst>
            <a:outerShdw blurRad="762000" dist="571500" dir="5400000" sx="80000" sy="80000" algn="t" rotWithShape="0">
              <a:schemeClr val="accent1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BB7F334-292C-40E7-9CD7-42C63FFCDBE8}"/>
              </a:ext>
            </a:extLst>
          </p:cNvPr>
          <p:cNvSpPr txBox="1"/>
          <p:nvPr/>
        </p:nvSpPr>
        <p:spPr>
          <a:xfrm>
            <a:off x="6124901" y="562336"/>
            <a:ext cx="44176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>
                <a:solidFill>
                  <a:srgbClr val="096AED"/>
                </a:solidFill>
                <a:cs typeface="+mn-ea"/>
              </a:rPr>
              <a:t>Изолированные хранилища данных.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910EF9C-3768-44AF-B3AA-C37C32083B66}"/>
              </a:ext>
            </a:extLst>
          </p:cNvPr>
          <p:cNvSpPr txBox="1"/>
          <p:nvPr/>
        </p:nvSpPr>
        <p:spPr>
          <a:xfrm>
            <a:off x="6439968" y="1229695"/>
            <a:ext cx="388620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800" dirty="0"/>
              <a:t>Контент каждого курса лежит в отдельной коллекции векторной базы данных (</a:t>
            </a:r>
            <a:r>
              <a:rPr lang="ru-RU" sz="1800" dirty="0" err="1"/>
              <a:t>ChromaDB</a:t>
            </a:r>
            <a:r>
              <a:rPr lang="ru-RU" sz="1800" dirty="0"/>
              <a:t>). Поиск ответа идет строго внутри открытого курса, исключая подмешивание фактов из других предметов.</a:t>
            </a:r>
          </a:p>
        </p:txBody>
      </p:sp>
      <p:sp>
        <p:nvSpPr>
          <p:cNvPr id="13" name="图形">
            <a:extLst>
              <a:ext uri="{FF2B5EF4-FFF2-40B4-BE49-F238E27FC236}">
                <a16:creationId xmlns:a16="http://schemas.microsoft.com/office/drawing/2014/main" id="{418A6FFB-B1D5-4F5C-B0D7-8D6E549F3778}"/>
              </a:ext>
            </a:extLst>
          </p:cNvPr>
          <p:cNvSpPr/>
          <p:nvPr/>
        </p:nvSpPr>
        <p:spPr>
          <a:xfrm>
            <a:off x="1353613" y="3760198"/>
            <a:ext cx="4417695" cy="3092455"/>
          </a:xfrm>
          <a:prstGeom prst="roundRect">
            <a:avLst>
              <a:gd name="adj" fmla="val 5189"/>
            </a:avLst>
          </a:prstGeom>
          <a:solidFill>
            <a:schemeClr val="bg1"/>
          </a:solidFill>
          <a:ln w="0">
            <a:gradFill>
              <a:gsLst>
                <a:gs pos="4000">
                  <a:schemeClr val="accent2">
                    <a:alpha val="0"/>
                  </a:schemeClr>
                </a:gs>
                <a:gs pos="100000">
                  <a:schemeClr val="accent1"/>
                </a:gs>
              </a:gsLst>
              <a:lin ang="5400000" scaled="0"/>
            </a:gradFill>
          </a:ln>
          <a:effectLst>
            <a:outerShdw blurRad="762000" dist="571500" dir="5400000" sx="80000" sy="80000" algn="t" rotWithShape="0">
              <a:schemeClr val="accent1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24DA178-D5A2-480B-B005-9285A9167CC5}"/>
              </a:ext>
            </a:extLst>
          </p:cNvPr>
          <p:cNvSpPr txBox="1"/>
          <p:nvPr/>
        </p:nvSpPr>
        <p:spPr>
          <a:xfrm>
            <a:off x="1353614" y="3781226"/>
            <a:ext cx="44176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>
                <a:solidFill>
                  <a:srgbClr val="096AED"/>
                </a:solidFill>
                <a:cs typeface="+mn-ea"/>
              </a:rPr>
              <a:t>Жесткий системный </a:t>
            </a:r>
            <a:r>
              <a:rPr lang="ru-RU" dirty="0" err="1">
                <a:solidFill>
                  <a:srgbClr val="096AED"/>
                </a:solidFill>
                <a:cs typeface="+mn-ea"/>
              </a:rPr>
              <a:t>промпт</a:t>
            </a:r>
            <a:r>
              <a:rPr lang="ru-RU" dirty="0">
                <a:solidFill>
                  <a:srgbClr val="096AED"/>
                </a:solidFill>
                <a:cs typeface="+mn-ea"/>
              </a:rPr>
              <a:t>. 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EDCF909-5437-4A40-AC74-DE4669A15C7C}"/>
              </a:ext>
            </a:extLst>
          </p:cNvPr>
          <p:cNvSpPr txBox="1"/>
          <p:nvPr/>
        </p:nvSpPr>
        <p:spPr>
          <a:xfrm>
            <a:off x="1790175" y="4286658"/>
            <a:ext cx="3426923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800" dirty="0"/>
              <a:t>На базовом уровне поведения модели задано правило (</a:t>
            </a:r>
            <a:r>
              <a:rPr lang="ru-RU" sz="1800" dirty="0" err="1"/>
              <a:t>Grounding</a:t>
            </a:r>
            <a:r>
              <a:rPr lang="ru-RU" sz="1800" dirty="0"/>
              <a:t>): "Используй только материалы курса. Если нужной информации в тексте нет — скажи честно, не выдумывай факты".</a:t>
            </a:r>
          </a:p>
        </p:txBody>
      </p:sp>
      <p:sp>
        <p:nvSpPr>
          <p:cNvPr id="17" name="图形">
            <a:extLst>
              <a:ext uri="{FF2B5EF4-FFF2-40B4-BE49-F238E27FC236}">
                <a16:creationId xmlns:a16="http://schemas.microsoft.com/office/drawing/2014/main" id="{A502A61E-03FA-4C55-9087-057C54EF44F3}"/>
              </a:ext>
            </a:extLst>
          </p:cNvPr>
          <p:cNvSpPr/>
          <p:nvPr/>
        </p:nvSpPr>
        <p:spPr>
          <a:xfrm>
            <a:off x="6124900" y="3765545"/>
            <a:ext cx="4417695" cy="3092455"/>
          </a:xfrm>
          <a:prstGeom prst="roundRect">
            <a:avLst>
              <a:gd name="adj" fmla="val 5189"/>
            </a:avLst>
          </a:prstGeom>
          <a:solidFill>
            <a:schemeClr val="bg1"/>
          </a:solidFill>
          <a:ln w="0">
            <a:gradFill>
              <a:gsLst>
                <a:gs pos="4000">
                  <a:schemeClr val="accent2">
                    <a:alpha val="0"/>
                  </a:schemeClr>
                </a:gs>
                <a:gs pos="100000">
                  <a:schemeClr val="accent1"/>
                </a:gs>
              </a:gsLst>
              <a:lin ang="5400000" scaled="0"/>
            </a:gradFill>
          </a:ln>
          <a:effectLst>
            <a:outerShdw blurRad="762000" dist="571500" dir="5400000" sx="80000" sy="80000" algn="t" rotWithShape="0">
              <a:schemeClr val="accent1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B15C30A-DF58-4ADC-B05F-2711118556F7}"/>
              </a:ext>
            </a:extLst>
          </p:cNvPr>
          <p:cNvSpPr txBox="1"/>
          <p:nvPr/>
        </p:nvSpPr>
        <p:spPr>
          <a:xfrm>
            <a:off x="6124901" y="3786573"/>
            <a:ext cx="44176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>
                <a:solidFill>
                  <a:srgbClr val="096AED"/>
                </a:solidFill>
                <a:cs typeface="+mn-ea"/>
              </a:rPr>
              <a:t>Контроль галлюцинаций при проверке ДЗ. 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7749433-E742-4ACE-BAB8-57DAE5A8EF85}"/>
              </a:ext>
            </a:extLst>
          </p:cNvPr>
          <p:cNvSpPr txBox="1"/>
          <p:nvPr/>
        </p:nvSpPr>
        <p:spPr>
          <a:xfrm>
            <a:off x="6561462" y="4292005"/>
            <a:ext cx="3426923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800" dirty="0"/>
              <a:t>Для проверки кода могут использоваться эталонные ответы и </a:t>
            </a:r>
            <a:r>
              <a:rPr lang="ru-RU" sz="1800" dirty="0" err="1"/>
              <a:t>автотесты</a:t>
            </a:r>
            <a:r>
              <a:rPr lang="ru-RU" sz="1800" dirty="0"/>
              <a:t>. ИИ выступает лишь как анализатор сравнения работы ученика с эталоном, что исключает субъективные оценки.</a:t>
            </a: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AD926C7A-C1EA-4118-B248-0D0EEC80297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6646" y="611169"/>
            <a:ext cx="666966" cy="1014179"/>
          </a:xfrm>
          <a:prstGeom prst="rect">
            <a:avLst/>
          </a:prstGeom>
        </p:spPr>
      </p:pic>
      <p:sp>
        <p:nvSpPr>
          <p:cNvPr id="23" name="图形">
            <a:extLst>
              <a:ext uri="{FF2B5EF4-FFF2-40B4-BE49-F238E27FC236}">
                <a16:creationId xmlns:a16="http://schemas.microsoft.com/office/drawing/2014/main" id="{A93FF75D-F849-406C-A651-C6C8F8E0D564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5217098" y="2991558"/>
            <a:ext cx="538851" cy="572712"/>
          </a:xfrm>
          <a:prstGeom prst="ellipse">
            <a:avLst/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5400000" scaled="0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24" name="图形">
            <a:extLst>
              <a:ext uri="{FF2B5EF4-FFF2-40B4-BE49-F238E27FC236}">
                <a16:creationId xmlns:a16="http://schemas.microsoft.com/office/drawing/2014/main" id="{F35CCB17-DBC6-4C0F-907F-D3A9A96E8254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5291010" y="3078789"/>
            <a:ext cx="391025" cy="416059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25" name="图形">
            <a:extLst>
              <a:ext uri="{FF2B5EF4-FFF2-40B4-BE49-F238E27FC236}">
                <a16:creationId xmlns:a16="http://schemas.microsoft.com/office/drawing/2014/main" id="{6F05DC46-2803-4A6A-81E0-C45A375A5592}"/>
              </a:ext>
            </a:extLst>
          </p:cNvPr>
          <p:cNvSpPr txBox="1"/>
          <p:nvPr/>
        </p:nvSpPr>
        <p:spPr>
          <a:xfrm flipH="1">
            <a:off x="5329776" y="3084246"/>
            <a:ext cx="31451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 sz="20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1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26" name="图形">
            <a:extLst>
              <a:ext uri="{FF2B5EF4-FFF2-40B4-BE49-F238E27FC236}">
                <a16:creationId xmlns:a16="http://schemas.microsoft.com/office/drawing/2014/main" id="{B68E0B70-C682-4D1D-BD7C-725A4BE83484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9988385" y="3034274"/>
            <a:ext cx="538851" cy="572712"/>
          </a:xfrm>
          <a:prstGeom prst="ellipse">
            <a:avLst/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5400000" scaled="0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29" name="图形">
            <a:extLst>
              <a:ext uri="{FF2B5EF4-FFF2-40B4-BE49-F238E27FC236}">
                <a16:creationId xmlns:a16="http://schemas.microsoft.com/office/drawing/2014/main" id="{DDFBB179-DA95-422B-B99F-ABF7BCADC49A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10062297" y="3121505"/>
            <a:ext cx="391025" cy="416059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31" name="图形">
            <a:extLst>
              <a:ext uri="{FF2B5EF4-FFF2-40B4-BE49-F238E27FC236}">
                <a16:creationId xmlns:a16="http://schemas.microsoft.com/office/drawing/2014/main" id="{49728357-44E2-42F3-91DF-296D19C315A6}"/>
              </a:ext>
            </a:extLst>
          </p:cNvPr>
          <p:cNvSpPr txBox="1"/>
          <p:nvPr/>
        </p:nvSpPr>
        <p:spPr>
          <a:xfrm flipH="1">
            <a:off x="10101063" y="3126962"/>
            <a:ext cx="31451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 sz="20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2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32" name="图形">
            <a:extLst>
              <a:ext uri="{FF2B5EF4-FFF2-40B4-BE49-F238E27FC236}">
                <a16:creationId xmlns:a16="http://schemas.microsoft.com/office/drawing/2014/main" id="{3001179F-672B-4BA1-A7A9-9BBF84D3ABEB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5210006" y="6230642"/>
            <a:ext cx="538851" cy="572712"/>
          </a:xfrm>
          <a:prstGeom prst="ellipse">
            <a:avLst/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5400000" scaled="0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33" name="图形">
            <a:extLst>
              <a:ext uri="{FF2B5EF4-FFF2-40B4-BE49-F238E27FC236}">
                <a16:creationId xmlns:a16="http://schemas.microsoft.com/office/drawing/2014/main" id="{02B50356-4F08-4FAC-8594-7427EF38D5C6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5283918" y="6317873"/>
            <a:ext cx="391025" cy="416059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34" name="图形">
            <a:extLst>
              <a:ext uri="{FF2B5EF4-FFF2-40B4-BE49-F238E27FC236}">
                <a16:creationId xmlns:a16="http://schemas.microsoft.com/office/drawing/2014/main" id="{15B9B047-4C36-46F4-92B7-9AFC1A4516F2}"/>
              </a:ext>
            </a:extLst>
          </p:cNvPr>
          <p:cNvSpPr txBox="1"/>
          <p:nvPr/>
        </p:nvSpPr>
        <p:spPr>
          <a:xfrm flipH="1">
            <a:off x="5322684" y="6323330"/>
            <a:ext cx="31451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 sz="20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3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35" name="图形">
            <a:extLst>
              <a:ext uri="{FF2B5EF4-FFF2-40B4-BE49-F238E27FC236}">
                <a16:creationId xmlns:a16="http://schemas.microsoft.com/office/drawing/2014/main" id="{2E3C6E10-52EA-4F1F-A51F-A4059937C62D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9974637" y="6224005"/>
            <a:ext cx="538851" cy="572712"/>
          </a:xfrm>
          <a:prstGeom prst="ellipse">
            <a:avLst/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5400000" scaled="0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36" name="图形">
            <a:extLst>
              <a:ext uri="{FF2B5EF4-FFF2-40B4-BE49-F238E27FC236}">
                <a16:creationId xmlns:a16="http://schemas.microsoft.com/office/drawing/2014/main" id="{88254130-BDC1-4B98-B07B-8917E113B708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10048549" y="6311236"/>
            <a:ext cx="391025" cy="416059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37" name="图形">
            <a:extLst>
              <a:ext uri="{FF2B5EF4-FFF2-40B4-BE49-F238E27FC236}">
                <a16:creationId xmlns:a16="http://schemas.microsoft.com/office/drawing/2014/main" id="{1B6A81E7-32C7-4025-9E44-070DC1D3CBB7}"/>
              </a:ext>
            </a:extLst>
          </p:cNvPr>
          <p:cNvSpPr txBox="1"/>
          <p:nvPr/>
        </p:nvSpPr>
        <p:spPr>
          <a:xfrm flipH="1">
            <a:off x="10087315" y="6316693"/>
            <a:ext cx="31451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 sz="20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4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cs typeface="+mn-ea"/>
              <a:sym typeface="+mn-lt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249464098"/>
      </p:ext>
    </p:extLst>
  </p:cSld>
  <p:clrMapOvr>
    <a:masterClrMapping/>
  </p:clrMapOvr>
  <p:transition advTm="2000">
    <p:diamond/>
  </p:transition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Рисунок 26">
            <a:extLst>
              <a:ext uri="{FF2B5EF4-FFF2-40B4-BE49-F238E27FC236}">
                <a16:creationId xmlns:a16="http://schemas.microsoft.com/office/drawing/2014/main" id="{8534B57C-9336-431F-9980-0995915F85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6646" y="573172"/>
            <a:ext cx="2522221" cy="459762"/>
          </a:xfrm>
          <a:prstGeom prst="rect">
            <a:avLst/>
          </a:prstGeom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CB2AAB2C-F422-4D8D-AECF-E3D41EB5BEEB}"/>
              </a:ext>
            </a:extLst>
          </p:cNvPr>
          <p:cNvSpPr txBox="1"/>
          <p:nvPr/>
        </p:nvSpPr>
        <p:spPr>
          <a:xfrm>
            <a:off x="865505" y="600327"/>
            <a:ext cx="642196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800" dirty="0"/>
              <a:t>Заключение</a:t>
            </a:r>
          </a:p>
        </p:txBody>
      </p:sp>
      <p:sp>
        <p:nvSpPr>
          <p:cNvPr id="30" name="图形">
            <a:extLst>
              <a:ext uri="{FF2B5EF4-FFF2-40B4-BE49-F238E27FC236}">
                <a16:creationId xmlns:a16="http://schemas.microsoft.com/office/drawing/2014/main" id="{C7A1CB51-CCED-41E8-A955-3A41037E36E8}"/>
              </a:ext>
            </a:extLst>
          </p:cNvPr>
          <p:cNvSpPr/>
          <p:nvPr/>
        </p:nvSpPr>
        <p:spPr>
          <a:xfrm>
            <a:off x="865505" y="1150702"/>
            <a:ext cx="10924418" cy="4646983"/>
          </a:xfrm>
          <a:prstGeom prst="roundRect">
            <a:avLst>
              <a:gd name="adj" fmla="val 5189"/>
            </a:avLst>
          </a:prstGeom>
          <a:solidFill>
            <a:schemeClr val="bg1"/>
          </a:solidFill>
          <a:ln w="0">
            <a:gradFill>
              <a:gsLst>
                <a:gs pos="4000">
                  <a:schemeClr val="accent2">
                    <a:alpha val="0"/>
                  </a:schemeClr>
                </a:gs>
                <a:gs pos="100000">
                  <a:schemeClr val="accent1"/>
                </a:gs>
              </a:gsLst>
              <a:lin ang="5400000" scaled="0"/>
            </a:gradFill>
          </a:ln>
          <a:effectLst>
            <a:outerShdw blurRad="762000" dist="571500" dir="5400000" sx="80000" sy="80000" algn="t" rotWithShape="0">
              <a:schemeClr val="accent1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1921273-0681-43E5-A4FA-E67CED3CD6E6}"/>
              </a:ext>
            </a:extLst>
          </p:cNvPr>
          <p:cNvSpPr txBox="1"/>
          <p:nvPr/>
        </p:nvSpPr>
        <p:spPr>
          <a:xfrm>
            <a:off x="1478604" y="1342417"/>
            <a:ext cx="9717932" cy="40934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l">
              <a:buFont typeface="+mj-lt"/>
              <a:buAutoNum type="arabicPeriod"/>
            </a:pPr>
            <a:r>
              <a:rPr lang="ru-RU" sz="2000" dirty="0"/>
              <a:t>Голосовой ИИ-ассистент «</a:t>
            </a:r>
            <a:r>
              <a:rPr lang="ru-RU" sz="2000" dirty="0" err="1"/>
              <a:t>Кортана</a:t>
            </a:r>
            <a:r>
              <a:rPr lang="ru-RU" sz="2000" dirty="0"/>
              <a:t>», интегрированный в образовательную платформу и обеспечивающий интерактивный диалог со студентом в реальном времени.</a:t>
            </a:r>
          </a:p>
          <a:p>
            <a:pPr marL="457200" indent="-457200" algn="l">
              <a:buFont typeface="+mj-lt"/>
              <a:buAutoNum type="arabicPeriod"/>
            </a:pPr>
            <a:r>
              <a:rPr lang="ru-RU" sz="2000" dirty="0"/>
              <a:t>Семантический поиск (RAG) на базе векторной БД </a:t>
            </a:r>
            <a:r>
              <a:rPr lang="ru-RU" sz="2000" dirty="0" err="1"/>
              <a:t>ChromaDB</a:t>
            </a:r>
            <a:r>
              <a:rPr lang="ru-RU" sz="2000" dirty="0"/>
              <a:t> — ассистент отвечает строго по материалам курса, исключая галлюцинации.</a:t>
            </a:r>
          </a:p>
          <a:p>
            <a:pPr marL="457200" indent="-457200" algn="l">
              <a:buFont typeface="+mj-lt"/>
              <a:buAutoNum type="arabicPeriod"/>
            </a:pPr>
            <a:r>
              <a:rPr lang="ru-RU" sz="2000" dirty="0"/>
              <a:t>Функция навигации и подсветки: ассистент самостоятельно находит нужный урок и выделяет соответствующий фрагмент текста на странице.</a:t>
            </a:r>
          </a:p>
          <a:p>
            <a:pPr marL="457200" indent="-457200" algn="l">
              <a:buFont typeface="+mj-lt"/>
              <a:buAutoNum type="arabicPeriod"/>
            </a:pPr>
            <a:r>
              <a:rPr lang="ru-RU" sz="2000" dirty="0"/>
              <a:t>Функция сократических подсказок — ассистент направляет студента наводящими вопросами, не раскрывая готового ответа.</a:t>
            </a:r>
          </a:p>
          <a:p>
            <a:pPr marL="457200" indent="-457200" algn="l">
              <a:buFont typeface="+mj-lt"/>
              <a:buAutoNum type="arabicPeriod"/>
            </a:pPr>
            <a:r>
              <a:rPr lang="ru-RU" sz="2000" dirty="0"/>
              <a:t>Голосовой ассистент поддерживает режим преподавателя: автоматическое заполнение форм домашних заданий и запуск ИИ-проверки студенческих работ.</a:t>
            </a:r>
          </a:p>
          <a:p>
            <a:pPr marL="457200" indent="-457200" algn="l">
              <a:buFont typeface="+mj-lt"/>
              <a:buAutoNum type="arabicPeriod"/>
            </a:pPr>
            <a:r>
              <a:rPr lang="ru-RU" sz="2000"/>
              <a:t>Голосовой диалог </a:t>
            </a:r>
            <a:r>
              <a:rPr lang="ru-RU" sz="2000" dirty="0"/>
              <a:t>через протокол </a:t>
            </a:r>
            <a:r>
              <a:rPr lang="ru-RU" sz="2000" dirty="0" err="1"/>
              <a:t>WebRTC</a:t>
            </a:r>
            <a:r>
              <a:rPr lang="ru-RU" sz="2000" dirty="0"/>
              <a:t> на базе платформы </a:t>
            </a:r>
            <a:r>
              <a:rPr lang="ru-RU" sz="2000" dirty="0" err="1"/>
              <a:t>Ultravox</a:t>
            </a:r>
            <a:r>
              <a:rPr lang="ru-RU" sz="2000" dirty="0"/>
              <a:t> с минимальной задержкой отклика.</a:t>
            </a:r>
            <a:endParaRPr lang="ru-RU" dirty="0"/>
          </a:p>
        </p:txBody>
      </p:sp>
      <p:sp>
        <p:nvSpPr>
          <p:cNvPr id="15" name="图形">
            <a:extLst>
              <a:ext uri="{FF2B5EF4-FFF2-40B4-BE49-F238E27FC236}">
                <a16:creationId xmlns:a16="http://schemas.microsoft.com/office/drawing/2014/main" id="{96402F68-F6A9-48DA-BF5D-120A66CB4519}"/>
              </a:ext>
            </a:extLst>
          </p:cNvPr>
          <p:cNvSpPr/>
          <p:nvPr/>
        </p:nvSpPr>
        <p:spPr>
          <a:xfrm flipH="1">
            <a:off x="11129337" y="5133806"/>
            <a:ext cx="660586" cy="663879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">
                <a:pos x="hc" y="t"/>
              </a:cxn>
              <a:cxn ang="3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">
                <a:pos x="ir" y="it"/>
              </a:cxn>
            </a:cxnLst>
            <a:rect l="l" t="t" r="r" b="b"/>
            <a:pathLst>
              <a:path w="963" h="888">
                <a:moveTo>
                  <a:pt x="0" y="42"/>
                </a:moveTo>
                <a:cubicBezTo>
                  <a:pt x="76" y="15"/>
                  <a:pt x="158" y="0"/>
                  <a:pt x="243" y="0"/>
                </a:cubicBezTo>
                <a:cubicBezTo>
                  <a:pt x="641" y="0"/>
                  <a:pt x="963" y="322"/>
                  <a:pt x="963" y="720"/>
                </a:cubicBezTo>
                <a:cubicBezTo>
                  <a:pt x="963" y="778"/>
                  <a:pt x="956" y="834"/>
                  <a:pt x="943" y="888"/>
                </a:cubicBezTo>
                <a:lnTo>
                  <a:pt x="0" y="888"/>
                </a:lnTo>
                <a:lnTo>
                  <a:pt x="0" y="42"/>
                </a:lnTo>
                <a:close/>
              </a:path>
            </a:pathLst>
          </a:custGeom>
          <a:gradFill>
            <a:gsLst>
              <a:gs pos="5000">
                <a:srgbClr val="096AED"/>
              </a:gs>
              <a:gs pos="100000">
                <a:srgbClr val="0695F0"/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cs typeface="+mn-ea"/>
              <a:sym typeface="+mn-lt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700690605"/>
      </p:ext>
    </p:extLst>
  </p:cSld>
  <p:clrMapOvr>
    <a:masterClrMapping/>
  </p:clrMapOvr>
  <p:transition advTm="2000">
    <p:diamond/>
  </p:transition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图形"/>
          <p:cNvSpPr/>
          <p:nvPr/>
        </p:nvSpPr>
        <p:spPr>
          <a:xfrm>
            <a:off x="-2334260" y="-2563495"/>
            <a:ext cx="5401945" cy="5401945"/>
          </a:xfrm>
          <a:prstGeom prst="ellipse">
            <a:avLst/>
          </a:prstGeom>
          <a:gradFill>
            <a:gsLst>
              <a:gs pos="5000">
                <a:srgbClr val="096AED">
                  <a:alpha val="4000"/>
                </a:srgbClr>
              </a:gs>
              <a:gs pos="100000">
                <a:srgbClr val="0695F0">
                  <a:alpha val="23000"/>
                </a:srgbClr>
              </a:gs>
            </a:gsLst>
            <a:lin ang="2700000" scaled="0"/>
          </a:gra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7" name="图形"/>
          <p:cNvSpPr/>
          <p:nvPr/>
        </p:nvSpPr>
        <p:spPr>
          <a:xfrm flipV="1">
            <a:off x="0" y="0"/>
            <a:ext cx="1982470" cy="1828165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">
                <a:pos x="hc" y="t"/>
              </a:cxn>
              <a:cxn ang="3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">
                <a:pos x="ir" y="it"/>
              </a:cxn>
            </a:cxnLst>
            <a:rect l="l" t="t" r="r" b="b"/>
            <a:pathLst>
              <a:path w="963" h="888">
                <a:moveTo>
                  <a:pt x="0" y="42"/>
                </a:moveTo>
                <a:cubicBezTo>
                  <a:pt x="76" y="15"/>
                  <a:pt x="158" y="0"/>
                  <a:pt x="243" y="0"/>
                </a:cubicBezTo>
                <a:cubicBezTo>
                  <a:pt x="641" y="0"/>
                  <a:pt x="963" y="322"/>
                  <a:pt x="963" y="720"/>
                </a:cubicBezTo>
                <a:cubicBezTo>
                  <a:pt x="963" y="778"/>
                  <a:pt x="956" y="834"/>
                  <a:pt x="943" y="888"/>
                </a:cubicBezTo>
                <a:lnTo>
                  <a:pt x="0" y="888"/>
                </a:lnTo>
                <a:lnTo>
                  <a:pt x="0" y="42"/>
                </a:lnTo>
                <a:close/>
              </a:path>
            </a:pathLst>
          </a:custGeom>
          <a:gradFill>
            <a:gsLst>
              <a:gs pos="5000">
                <a:srgbClr val="096AED"/>
              </a:gs>
              <a:gs pos="100000">
                <a:srgbClr val="0695F0"/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cs typeface="+mn-ea"/>
              <a:sym typeface="+mn-lt"/>
            </a:endParaRPr>
          </a:p>
        </p:txBody>
      </p:sp>
      <p:grpSp>
        <p:nvGrpSpPr>
          <p:cNvPr id="9" name="图形"/>
          <p:cNvGrpSpPr/>
          <p:nvPr/>
        </p:nvGrpSpPr>
        <p:grpSpPr>
          <a:xfrm>
            <a:off x="7200900" y="2178050"/>
            <a:ext cx="8634095" cy="8634095"/>
            <a:chOff x="7170" y="5823"/>
            <a:chExt cx="13597" cy="13597"/>
          </a:xfrm>
        </p:grpSpPr>
        <p:sp>
          <p:nvSpPr>
            <p:cNvPr id="8" name="图形"/>
            <p:cNvSpPr/>
            <p:nvPr/>
          </p:nvSpPr>
          <p:spPr>
            <a:xfrm>
              <a:off x="7170" y="5823"/>
              <a:ext cx="13597" cy="13597"/>
            </a:xfrm>
            <a:prstGeom prst="ellipse">
              <a:avLst/>
            </a:prstGeom>
            <a:gradFill>
              <a:gsLst>
                <a:gs pos="0">
                  <a:srgbClr val="096AED">
                    <a:alpha val="16000"/>
                  </a:srgbClr>
                </a:gs>
                <a:gs pos="100000">
                  <a:srgbClr val="0695F0">
                    <a:alpha val="53000"/>
                  </a:srgbClr>
                </a:gs>
              </a:gsLst>
              <a:lin ang="2700000" scaled="0"/>
            </a:gradFill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" name="图形"/>
            <p:cNvSpPr/>
            <p:nvPr/>
          </p:nvSpPr>
          <p:spPr>
            <a:xfrm flipV="1">
              <a:off x="8762" y="7415"/>
              <a:ext cx="10413" cy="10413"/>
            </a:xfrm>
            <a:prstGeom prst="ellipse">
              <a:avLst/>
            </a:prstGeom>
            <a:gradFill flip="none" rotWithShape="1">
              <a:gsLst>
                <a:gs pos="5000">
                  <a:srgbClr val="096AED"/>
                </a:gs>
                <a:gs pos="100000">
                  <a:srgbClr val="0695F0"/>
                </a:gs>
              </a:gsLst>
              <a:lin ang="2700000" scaled="0"/>
            </a:gradFill>
            <a:ln>
              <a:noFill/>
            </a:ln>
            <a:effectLst>
              <a:outerShdw blurRad="609600" dist="152400" dir="13500000" algn="b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 defTabSz="914400"/>
              <a:endParaRPr lang="zh-CN" altLang="en-US">
                <a:solidFill>
                  <a:srgbClr val="FFFFFF"/>
                </a:solidFill>
                <a:cs typeface="+mn-ea"/>
                <a:sym typeface="+mn-lt"/>
              </a:endParaRPr>
            </a:p>
          </p:txBody>
        </p:sp>
      </p:grpSp>
      <p:sp>
        <p:nvSpPr>
          <p:cNvPr id="87" name="图形"/>
          <p:cNvSpPr/>
          <p:nvPr/>
        </p:nvSpPr>
        <p:spPr>
          <a:xfrm>
            <a:off x="461010" y="688340"/>
            <a:ext cx="11269980" cy="5481955"/>
          </a:xfrm>
          <a:prstGeom prst="roundRect">
            <a:avLst>
              <a:gd name="adj" fmla="val 5625"/>
            </a:avLst>
          </a:prstGeom>
          <a:solidFill>
            <a:schemeClr val="bg1"/>
          </a:solidFill>
          <a:ln w="19050">
            <a:solidFill>
              <a:schemeClr val="bg1"/>
            </a:solidFill>
          </a:ln>
          <a:effectLst>
            <a:outerShdw blurRad="965200" dist="38100" dir="10800000" algn="r" rotWithShape="0">
              <a:srgbClr val="819CFF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0" name="图形"/>
          <p:cNvSpPr txBox="1"/>
          <p:nvPr/>
        </p:nvSpPr>
        <p:spPr>
          <a:xfrm>
            <a:off x="1207655" y="3905250"/>
            <a:ext cx="5030470" cy="671851"/>
          </a:xfrm>
          <a:prstGeom prst="rect">
            <a:avLst/>
          </a:prstGeom>
          <a:noFill/>
          <a:effectLst/>
        </p:spPr>
        <p:txBody>
          <a:bodyPr wrap="square" lIns="0" rIns="0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50000"/>
              </a:lnSpc>
            </a:pPr>
            <a:r>
              <a:rPr lang="ru-RU" altLang="zh-CN" sz="2800" dirty="0">
                <a:cs typeface="+mn-ea"/>
                <a:sym typeface="+mn-lt"/>
              </a:rPr>
              <a:t>за внимание!</a:t>
            </a:r>
            <a:endParaRPr lang="en-US" altLang="zh-CN" sz="2800" dirty="0">
              <a:cs typeface="+mn-ea"/>
              <a:sym typeface="+mn-lt"/>
            </a:endParaRPr>
          </a:p>
        </p:txBody>
      </p:sp>
      <p:sp>
        <p:nvSpPr>
          <p:cNvPr id="11" name="图形"/>
          <p:cNvSpPr txBox="1"/>
          <p:nvPr/>
        </p:nvSpPr>
        <p:spPr>
          <a:xfrm>
            <a:off x="1016635" y="2828925"/>
            <a:ext cx="5274945" cy="107632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dist"/>
            <a:r>
              <a:rPr lang="ru-RU" altLang="zh-CN" sz="6400" dirty="0">
                <a:ln>
                  <a:noFill/>
                </a:ln>
                <a:solidFill>
                  <a:srgbClr val="096AED"/>
                </a:solidFill>
                <a:effectLst/>
                <a:cs typeface="+mn-ea"/>
                <a:sym typeface="+mn-lt"/>
              </a:rPr>
              <a:t>Спасибо</a:t>
            </a:r>
            <a:r>
              <a:rPr lang="en-US" altLang="zh-CN" sz="6400" dirty="0">
                <a:ln>
                  <a:noFill/>
                </a:ln>
                <a:solidFill>
                  <a:srgbClr val="096AED"/>
                </a:solidFill>
                <a:effectLst/>
                <a:cs typeface="+mn-ea"/>
                <a:sym typeface="+mn-lt"/>
              </a:rPr>
              <a:t> </a:t>
            </a:r>
            <a:endParaRPr lang="zh-CN" altLang="en-US" sz="6400" dirty="0">
              <a:ln>
                <a:noFill/>
              </a:ln>
              <a:solidFill>
                <a:srgbClr val="096AED"/>
              </a:solidFill>
              <a:effectLst/>
              <a:cs typeface="+mn-ea"/>
              <a:sym typeface="+mn-lt"/>
            </a:endParaRPr>
          </a:p>
        </p:txBody>
      </p:sp>
      <p:sp>
        <p:nvSpPr>
          <p:cNvPr id="13" name="图形"/>
          <p:cNvSpPr/>
          <p:nvPr/>
        </p:nvSpPr>
        <p:spPr>
          <a:xfrm>
            <a:off x="1016635" y="2008505"/>
            <a:ext cx="693420" cy="693420"/>
          </a:xfrm>
          <a:prstGeom prst="ellipse">
            <a:avLst/>
          </a:prstGeom>
          <a:solidFill>
            <a:srgbClr val="096AED">
              <a:alpha val="2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pic>
        <p:nvPicPr>
          <p:cNvPr id="18" name="图形"/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8205470" y="688340"/>
            <a:ext cx="3525520" cy="325691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5552" h="5129">
                <a:moveTo>
                  <a:pt x="0" y="0"/>
                </a:moveTo>
                <a:lnTo>
                  <a:pt x="5066" y="0"/>
                </a:lnTo>
                <a:cubicBezTo>
                  <a:pt x="5335" y="0"/>
                  <a:pt x="5552" y="217"/>
                  <a:pt x="5552" y="486"/>
                </a:cubicBezTo>
                <a:lnTo>
                  <a:pt x="5552" y="5129"/>
                </a:lnTo>
                <a:lnTo>
                  <a:pt x="0" y="5129"/>
                </a:lnTo>
                <a:lnTo>
                  <a:pt x="0" y="0"/>
                </a:lnTo>
                <a:close/>
              </a:path>
            </a:pathLst>
          </a:custGeom>
        </p:spPr>
      </p:pic>
      <p:pic>
        <p:nvPicPr>
          <p:cNvPr id="17" name="图形" descr="C:/Users/Administrator/AppData/Local/Temp/picturecompress_20220709155216/output_1.pngoutput_1"/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146165" y="1289685"/>
            <a:ext cx="5584825" cy="4277995"/>
          </a:xfrm>
          <a:prstGeom prst="rect">
            <a:avLst/>
          </a:prstGeom>
        </p:spPr>
      </p:pic>
      <p:sp>
        <p:nvSpPr>
          <p:cNvPr id="19" name="图形">
            <a:extLst>
              <a:ext uri="{FF2B5EF4-FFF2-40B4-BE49-F238E27FC236}">
                <a16:creationId xmlns:a16="http://schemas.microsoft.com/office/drawing/2014/main" id="{D86F3D8A-4BD8-DDC2-3602-11B97110DD63}"/>
              </a:ext>
            </a:extLst>
          </p:cNvPr>
          <p:cNvSpPr/>
          <p:nvPr/>
        </p:nvSpPr>
        <p:spPr>
          <a:xfrm>
            <a:off x="1207135" y="4904740"/>
            <a:ext cx="1803400" cy="504825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Год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 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：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20</a:t>
            </a:r>
            <a:r>
              <a:rPr lang="ru-RU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26</a:t>
            </a:r>
            <a:endParaRPr lang="zh-CN" altLang="en-US" sz="16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</p:spTree>
    <p:custDataLst>
      <p:tags r:id="rId1"/>
    </p:custDataLst>
  </p:cSld>
  <p:clrMapOvr>
    <a:masterClrMapping/>
  </p:clrMapOvr>
  <p:transition advTm="2000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bldLvl="0" animBg="1"/>
      <p:bldP spid="10" grpId="1" animBg="1"/>
      <p:bldP spid="11" grpId="0"/>
      <p:bldP spid="11" grpId="1"/>
      <p:bldP spid="19" grpId="0" bldLvl="0" animBg="1"/>
      <p:bldP spid="19" grpId="1" animBg="1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</p:tagLst>
</file>

<file path=ppt/theme/theme1.xml><?xml version="1.0" encoding="utf-8"?>
<a:theme xmlns:a="http://schemas.openxmlformats.org/drawingml/2006/main" name="www.jpppt.com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Blue Warm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字魂58号-创中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字魂58号-创中黑"/>
        <a:ea typeface=""/>
        <a:cs typeface=""/>
        <a:font script="Jpan" typeface="ＭＳ Ｐゴシック"/>
        <a:font script="Hang" typeface="맑은 고딕"/>
        <a:font script="Hans" typeface="字魂58号-创中黑"/>
        <a:font script="Hant" typeface="新細明體"/>
        <a:font script="Arab" typeface="字魂58号-创中黑"/>
        <a:font script="Hebr" typeface="字魂58号-创中黑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字魂58号-创中黑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字魂58号-创中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字魂58号-创中黑"/>
        <a:ea typeface=""/>
        <a:cs typeface=""/>
        <a:font script="Jpan" typeface="ＭＳ Ｐゴシック"/>
        <a:font script="Hang" typeface="맑은 고딕"/>
        <a:font script="Hans" typeface="字魂58号-创中黑"/>
        <a:font script="Hant" typeface="新細明體"/>
        <a:font script="Arab" typeface="字魂58号-创中黑"/>
        <a:font script="Hebr" typeface="字魂58号-创中黑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字魂58号-创中黑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1529</TotalTime>
  <Words>1923</Words>
  <Application>Microsoft Office PowerPoint</Application>
  <PresentationFormat>Широкоэкранный</PresentationFormat>
  <Paragraphs>282</Paragraphs>
  <Slides>53</Slides>
  <Notes>3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9</vt:i4>
      </vt:variant>
      <vt:variant>
        <vt:lpstr>Тема</vt:lpstr>
      </vt:variant>
      <vt:variant>
        <vt:i4>2</vt:i4>
      </vt:variant>
      <vt:variant>
        <vt:lpstr>Заголовки слайдов</vt:lpstr>
      </vt:variant>
      <vt:variant>
        <vt:i4>53</vt:i4>
      </vt:variant>
    </vt:vector>
  </HeadingPairs>
  <TitlesOfParts>
    <vt:vector size="64" baseType="lpstr">
      <vt:lpstr>等线 Light</vt:lpstr>
      <vt:lpstr>微软雅黑</vt:lpstr>
      <vt:lpstr>Arial</vt:lpstr>
      <vt:lpstr>Calibri</vt:lpstr>
      <vt:lpstr>Calibri Light</vt:lpstr>
      <vt:lpstr>Times New Roman</vt:lpstr>
      <vt:lpstr>ui-sans-serif</vt:lpstr>
      <vt:lpstr>Wingdings 3</vt:lpstr>
      <vt:lpstr>字魂58号-创中黑</vt:lpstr>
      <vt:lpstr>www.jpppt.com</vt:lpstr>
      <vt:lpstr>Office Theme</vt:lpstr>
      <vt:lpstr>         ВЫПУСКНАЯ КВАЛИФИКАЦИОННАЯ РАБОТА БАКАЛАВРА  по направлению 09.03.04 “Программная инженерия”     шифр и наименование направления подготовки   Разработка голосового ассистента на основе искусственного интеллекта для интерактивной помощи при прохождении образовательных курсов     наименование темы</vt:lpstr>
      <vt:lpstr>Характеристика предметной области</vt:lpstr>
      <vt:lpstr>Цели и задачи разработки </vt:lpstr>
      <vt:lpstr>Постановка задачи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Manager>www.freeppt7.com</Manager>
  <Company>www.freeppt7.com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templates</dc:title>
  <dc:creator>www.freeppt7.com</dc:creator>
  <cp:keywords>www.freeppt7.com</cp:keywords>
  <dc:description>www.freeppt7.com</dc:description>
  <cp:lastModifiedBy>Abramov Maxim</cp:lastModifiedBy>
  <cp:revision>440</cp:revision>
  <dcterms:created xsi:type="dcterms:W3CDTF">2019-06-19T02:08:00Z</dcterms:created>
  <dcterms:modified xsi:type="dcterms:W3CDTF">2026-06-17T08:01:27Z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2052-11.1.0.11372</vt:lpwstr>
  </property>
  <property fmtid="{D5CDD505-2E9C-101B-9397-08002B2CF9AE}" pid="3" name="KSOSaveFontToCloudKey">
    <vt:lpwstr>212913176_cloud</vt:lpwstr>
  </property>
  <property fmtid="{D5CDD505-2E9C-101B-9397-08002B2CF9AE}" pid="4" name="ICV">
    <vt:lpwstr>34A87A8623BA4D7C8FEEAA3B5DA9FDE1</vt:lpwstr>
  </property>
</Properties>
</file>